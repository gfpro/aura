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5" r:id="rId4"/>
    <p:sldMasterId id="2147483648" r:id="rId5"/>
  </p:sldMasterIdLst>
  <p:notesMasterIdLst>
    <p:notesMasterId r:id="rId7"/>
  </p:notesMasterIdLst>
  <p:handoutMasterIdLst>
    <p:handoutMasterId r:id="rId8"/>
  </p:handoutMasterIdLst>
  <p:sldIdLst>
    <p:sldId id="256" r:id="rId6"/>
  </p:sldIdLst>
  <p:sldSz cx="12192000" cy="6858000"/>
  <p:notesSz cx="6724650" cy="9874250"/>
  <p:defaultTextStyle>
    <a:defPPr>
      <a:defRPr lang="de-CH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189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377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566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754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5943" algn="l" defTabSz="914377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6pPr>
    <a:lvl7pPr marL="2743131" algn="l" defTabSz="914377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7pPr>
    <a:lvl8pPr marL="3200320" algn="l" defTabSz="914377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8pPr>
    <a:lvl9pPr marL="3657509" algn="l" defTabSz="914377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35" userDrawn="1">
          <p15:clr>
            <a:srgbClr val="A4A3A4"/>
          </p15:clr>
        </p15:guide>
        <p15:guide id="2" orient="horz" pos="255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391" userDrawn="1">
          <p15:clr>
            <a:srgbClr val="A4A3A4"/>
          </p15:clr>
        </p15:guide>
        <p15:guide id="8" pos="74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 userDrawn="1">
          <p15:clr>
            <a:srgbClr val="A4A3A4"/>
          </p15:clr>
        </p15:guide>
        <p15:guide id="2" pos="211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D181E"/>
    <a:srgbClr val="F0F5FD"/>
    <a:srgbClr val="E8F0F8"/>
    <a:srgbClr val="E6E6E6"/>
    <a:srgbClr val="DDDDDD"/>
    <a:srgbClr val="C0C0C0"/>
    <a:srgbClr val="B2B2B2"/>
    <a:srgbClr val="9AD2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276" y="132"/>
      </p:cViewPr>
      <p:guideLst>
        <p:guide orient="horz" pos="935"/>
        <p:guide orient="horz" pos="255"/>
        <p:guide orient="horz" pos="436"/>
        <p:guide orient="horz" pos="391"/>
        <p:guide pos="740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91" d="100"/>
          <a:sy n="91" d="100"/>
        </p:scale>
        <p:origin x="3710" y="72"/>
      </p:cViewPr>
      <p:guideLst>
        <p:guide orient="horz" pos="3110"/>
        <p:guide pos="2118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14539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82" tIns="45441" rIns="90882" bIns="454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0112" y="0"/>
            <a:ext cx="291453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82" tIns="45441" rIns="90882" bIns="454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380537"/>
            <a:ext cx="2914539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82" tIns="45441" rIns="90882" bIns="454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0112" y="9380537"/>
            <a:ext cx="291453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82" tIns="45441" rIns="90882" bIns="454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F6F22B0-5AB4-4534-A196-09D5FD40838C}" type="slidenum">
              <a:rPr lang="en-GB">
                <a:latin typeface="Arial" panose="020B0604020202020204" pitchFamily="34" charset="0"/>
                <a:cs typeface="Arial" panose="020B0604020202020204" pitchFamily="34" charset="0"/>
              </a:rPr>
              <a:pPr/>
              <a:t>‹Nr.›</a:t>
            </a:fld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3741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14539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82" tIns="45441" rIns="90882" bIns="454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CH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0112" y="0"/>
            <a:ext cx="291453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82" tIns="45441" rIns="90882" bIns="454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CH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3025" y="741363"/>
            <a:ext cx="6578600" cy="370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38900" y="4690269"/>
            <a:ext cx="5570290" cy="4443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82" tIns="45441" rIns="90882" bIns="454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CH"/>
              <a:t>Mastertextformat bearbeiten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380537"/>
            <a:ext cx="2914539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82" tIns="45441" rIns="90882" bIns="454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CH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0112" y="9380537"/>
            <a:ext cx="291453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82" tIns="45441" rIns="90882" bIns="454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F9673C1-B10B-4A71-96FC-7B6CB81AABD2}" type="slidenum">
              <a:rPr lang="de-CH" smtClean="0"/>
              <a:pPr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481911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189" algn="l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377" algn="l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566" algn="l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754" algn="l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9673C1-B10B-4A71-96FC-7B6CB81AABD2}" type="slidenum">
              <a:rPr lang="de-CH" smtClean="0"/>
              <a:pPr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93931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ckblatt mit schwarzem &quot;Kopf/Logo&quot;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32"/>
          <p:cNvSpPr txBox="1">
            <a:spLocks noChangeArrowheads="1"/>
          </p:cNvSpPr>
          <p:nvPr userDrawn="1"/>
        </p:nvSpPr>
        <p:spPr bwMode="auto">
          <a:xfrm>
            <a:off x="4572000" y="349113"/>
            <a:ext cx="6724891" cy="5042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de-CH" sz="800" b="0" dirty="1">
                <a:solidFill>
                  <a:schemeClr val="tx1"/>
                </a:solidFill>
                <a:latin typeface="Arial" charset="0"/>
              </a:rPr>
              <a:t> </a:t>
            </a:r>
            <a:endParaRPr lang="de-CH" sz="800" b="0" dirty="0">
              <a:solidFill>
                <a:schemeClr val="tx1"/>
              </a:solidFill>
              <a:latin typeface="Arial" charset="0"/>
            </a:endParaRPr>
          </a:p>
          <a:p>
            <a:pPr marL="0" marR="0" lvl="0" indent="0" algn="l" defTabSz="914377" rtl="0" eaLnBrk="0" fontAlgn="base" latinLnBrk="0" hangingPunct="0">
              <a:lnSpc>
                <a:spcPts val="1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CH" sz="800" b="1" dirty="1">
                <a:solidFill>
                  <a:schemeClr val="tx1"/>
                </a:solidFill>
                <a:latin typeface="Arial" charset="0"/>
              </a:rPr>
              <a:t> </a:t>
            </a:r>
          </a:p>
          <a:p>
            <a:pPr marL="0" marR="0" lvl="0" indent="0" algn="l" defTabSz="914377" rtl="0" eaLnBrk="0" fontAlgn="base" latinLnBrk="0" hangingPunct="0">
              <a:lnSpc>
                <a:spcPts val="1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</a:p>
          <a:p>
            <a:pPr marL="0" marR="0" lvl="0" indent="0" algn="l" defTabSz="914377" rtl="0" eaLnBrk="0" fontAlgn="base" latinLnBrk="0" hangingPunct="0">
              <a:lnSpc>
                <a:spcPts val="1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CH" sz="800" b="0" dirty="0">
              <a:solidFill>
                <a:schemeClr val="tx1"/>
              </a:solidFill>
              <a:latin typeface="Arial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76EC60E-BBD8-4862-91E5-868A71026B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9" t="4211" r="4866" b="11776"/>
          <a:stretch/>
        </p:blipFill>
        <p:spPr>
          <a:xfrm>
            <a:off x="1363051" y="349111"/>
            <a:ext cx="1997076" cy="509588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85B07303-E1A3-A04F-306A-AEBCD4C284AE}"/>
              </a:ext>
            </a:extLst>
          </p:cNvPr>
          <p:cNvSpPr txBox="1"/>
          <p:nvPr userDrawn="1"/>
        </p:nvSpPr>
        <p:spPr>
          <a:xfrm>
            <a:off x="1363051" y="-1105434"/>
            <a:ext cx="4018280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30712" indent="-230712">
              <a:buAutoNum type="arabicPeriod"/>
            </a:pPr>
            <a:r>
              <a:rPr lang="de-CH" sz="1400" b="1" i="1" dirty="1">
                <a:latin typeface="+mn-lt"/>
              </a:rPr>
              <a:t>Rechtsklick</a:t>
            </a:r>
            <a:r>
              <a:rPr lang="de-CH" sz="1400" i="1" dirty="1">
                <a:latin typeface="+mn-lt"/>
              </a:rPr>
              <a:t> auf Bild </a:t>
            </a:r>
            <a:br>
              <a:rPr lang="de-CH" sz="1400" i="1" dirty="0">
                <a:latin typeface="+mn-lt"/>
              </a:rPr>
            </a:br>
            <a:r>
              <a:rPr lang="de-CH" sz="1400" i="1" dirty="1">
                <a:latin typeface="+mn-lt"/>
                <a:sym typeface="Wingdings 3" panose="05040102010807070707" pitchFamily="18" charset="2"/>
              </a:rPr>
              <a:t></a:t>
            </a:r>
            <a:r>
              <a:rPr lang="de-CH" sz="1400" i="1" dirty="1">
                <a:latin typeface="+mn-lt"/>
                <a:sym typeface="Wingdings" panose="05000000000000000000" pitchFamily="2" charset="2"/>
              </a:rPr>
              <a:t> </a:t>
            </a:r>
            <a:r>
              <a:rPr lang="de-CH" sz="1400" b="1" i="1" dirty="1">
                <a:latin typeface="+mn-lt"/>
                <a:sym typeface="Wingdings" panose="05000000000000000000" pitchFamily="2" charset="2"/>
              </a:rPr>
              <a:t>Hintergrund formatieren </a:t>
            </a:r>
            <a:br>
              <a:rPr lang="de-CH" sz="1400" b="1" i="1" dirty="0">
                <a:latin typeface="+mn-lt"/>
                <a:sym typeface="Wingdings" panose="05000000000000000000" pitchFamily="2" charset="2"/>
              </a:rPr>
            </a:br>
            <a:r>
              <a:rPr lang="de-CH" sz="1400" i="1" dirty="1">
                <a:latin typeface="+mn-lt"/>
                <a:sym typeface="Wingdings 3" panose="05040102010807070707" pitchFamily="18" charset="2"/>
              </a:rPr>
              <a:t></a:t>
            </a:r>
            <a:r>
              <a:rPr lang="de-CH" sz="1400" i="1" dirty="1">
                <a:latin typeface="+mn-lt"/>
                <a:sym typeface="Wingdings" panose="05000000000000000000" pitchFamily="2" charset="2"/>
              </a:rPr>
              <a:t> rechts auf dem Bildschirm</a:t>
            </a:r>
            <a:br>
              <a:rPr lang="de-CH" sz="1400" i="1" dirty="0">
                <a:latin typeface="+mn-lt"/>
                <a:sym typeface="Wingdings" panose="05000000000000000000" pitchFamily="2" charset="2"/>
              </a:rPr>
            </a:br>
            <a:r>
              <a:rPr lang="de-CH" sz="1400" i="1" dirty="1">
                <a:latin typeface="+mn-lt"/>
                <a:sym typeface="Wingdings 3" panose="05040102010807070707" pitchFamily="18" charset="2"/>
              </a:rPr>
              <a:t></a:t>
            </a:r>
            <a:r>
              <a:rPr lang="de-CH" sz="1400" i="1" dirty="1">
                <a:latin typeface="+mn-lt"/>
                <a:sym typeface="Wingdings" panose="05000000000000000000" pitchFamily="2" charset="2"/>
              </a:rPr>
              <a:t> «Bildquelle»: Klick auf </a:t>
            </a:r>
            <a:r>
              <a:rPr lang="de-CH" sz="1400" b="1" i="1" dirty="1">
                <a:latin typeface="+mn-lt"/>
                <a:sym typeface="Wingdings" panose="05000000000000000000" pitchFamily="2" charset="2"/>
              </a:rPr>
              <a:t>Einfügen</a:t>
            </a:r>
            <a:br>
              <a:rPr lang="de-CH" sz="1400" b="1" i="1" dirty="0">
                <a:latin typeface="+mn-lt"/>
                <a:sym typeface="Wingdings" panose="05000000000000000000" pitchFamily="2" charset="2"/>
              </a:rPr>
            </a:br>
            <a:r>
              <a:rPr lang="de-CH" sz="1400" b="1" i="1" dirty="1">
                <a:latin typeface="+mn-lt"/>
                <a:sym typeface="Wingdings 3" panose="05040102010807070707" pitchFamily="18" charset="2"/>
              </a:rPr>
              <a:t></a:t>
            </a:r>
            <a:r>
              <a:rPr lang="de-CH" sz="1400" b="1" i="1" dirty="1">
                <a:latin typeface="+mn-lt"/>
                <a:sym typeface="Wingdings" panose="05000000000000000000" pitchFamily="2" charset="2"/>
              </a:rPr>
              <a:t> aus Datei</a:t>
            </a:r>
            <a:endParaRPr lang="de-CH" sz="1400" i="1" dirty="0">
              <a:latin typeface="+mn-lt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4B7D6F1-7E6B-FD8C-1CC5-F86CC4043BB9}"/>
              </a:ext>
            </a:extLst>
          </p:cNvPr>
          <p:cNvSpPr txBox="1"/>
          <p:nvPr userDrawn="1"/>
        </p:nvSpPr>
        <p:spPr>
          <a:xfrm>
            <a:off x="5416699" y="-1063182"/>
            <a:ext cx="5291941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189" indent="-457189">
              <a:buFont typeface="+mj-lt"/>
              <a:buAutoNum type="arabicPeriod" startAt="2"/>
            </a:pPr>
            <a:r>
              <a:rPr lang="de-CH" sz="1400" b="1" i="1" dirty="1">
                <a:latin typeface="+mn-lt"/>
              </a:rPr>
              <a:t>Titel</a:t>
            </a:r>
            <a:r>
              <a:rPr lang="de-CH" sz="1400" i="1" dirty="1">
                <a:latin typeface="+mn-lt"/>
              </a:rPr>
              <a:t> der Präsentation schreiben </a:t>
            </a:r>
            <a:br>
              <a:rPr lang="de-CH" sz="1400" i="1" dirty="0">
                <a:latin typeface="+mn-lt"/>
              </a:rPr>
            </a:br>
            <a:r>
              <a:rPr lang="de-CH" sz="1400" b="1" i="1" dirty="1">
                <a:latin typeface="+mn-lt"/>
              </a:rPr>
              <a:t>+</a:t>
            </a:r>
            <a:r>
              <a:rPr lang="de-CH" sz="1400" i="1" dirty="1">
                <a:latin typeface="+mn-lt"/>
              </a:rPr>
              <a:t> falls nötig, Feld des Titels erweitern; </a:t>
            </a:r>
            <a:br>
              <a:rPr lang="de-CH" sz="1400" i="1" dirty="0">
                <a:latin typeface="+mn-lt"/>
              </a:rPr>
            </a:br>
            <a:r>
              <a:rPr lang="de-CH" sz="1400" b="1" i="1" dirty="1">
                <a:latin typeface="+mn-lt"/>
              </a:rPr>
              <a:t>+</a:t>
            </a:r>
            <a:r>
              <a:rPr lang="de-CH" sz="1400" i="1" dirty="1">
                <a:latin typeface="+mn-lt"/>
              </a:rPr>
              <a:t> Feld des Titels nach oben/unten verschieben;</a:t>
            </a:r>
            <a:br>
              <a:rPr lang="de-CH" sz="1400" i="1" dirty="0">
                <a:latin typeface="+mn-lt"/>
              </a:rPr>
            </a:br>
            <a:r>
              <a:rPr lang="de-CH" sz="1400" b="1" i="1" dirty="1">
                <a:latin typeface="+mn-lt"/>
              </a:rPr>
              <a:t>+</a:t>
            </a:r>
            <a:r>
              <a:rPr lang="de-CH" sz="1400" i="1" dirty="1">
                <a:latin typeface="+mn-lt"/>
              </a:rPr>
              <a:t> Schriftfarbe je nach Bild anpassen.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C836F2B4-FA09-43C1-FBDE-0674466ADBF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728000" y="5361698"/>
            <a:ext cx="9117980" cy="690310"/>
          </a:xfrm>
          <a:prstGeom prst="rect">
            <a:avLst/>
          </a:prstGeom>
        </p:spPr>
        <p:txBody>
          <a:bodyPr lIns="36000" tIns="0" rIns="0" bIns="0"/>
          <a:lstStyle>
            <a:lvl1pPr marL="0" indent="0" algn="l">
              <a:lnSpc>
                <a:spcPts val="24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1"/>
              <a:t>Autor</a:t>
            </a:r>
            <a:br>
              <a:rPr lang="de-CH" dirty="0"/>
            </a:br>
            <a:r>
              <a:rPr lang="de-CH" dirty="1"/>
              <a:t>Datum</a:t>
            </a:r>
            <a:endParaRPr lang="de-DE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610164E-0EAA-C5F7-AA1B-135F3EEFADF5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1728000" y="1712484"/>
            <a:ext cx="9106828" cy="239335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6000"/>
              </a:lnSpc>
              <a:defRPr sz="5067" b="1">
                <a:solidFill>
                  <a:schemeClr val="tx1"/>
                </a:solidFill>
              </a:defRPr>
            </a:lvl1pPr>
          </a:lstStyle>
          <a:p>
            <a:r>
              <a:rPr lang="de-CH" noProof="0" dirty="1"/>
              <a:t>[</a:t>
            </a:r>
            <a:r>
              <a:rPr lang="de-CH" noProof="0" dirty="1"/>
              <a:t>Titel der Präsentation</a:t>
            </a:r>
            <a:r>
              <a:rPr lang="de-CH" noProof="0" dirty="1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443826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7105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1548" userDrawn="1">
          <p15:clr>
            <a:srgbClr val="FBAE40"/>
          </p15:clr>
        </p15:guide>
        <p15:guide id="5" orient="horz" pos="3317" userDrawn="1">
          <p15:clr>
            <a:srgbClr val="FBAE40"/>
          </p15:clr>
        </p15:guide>
        <p15:guide id="6" pos="108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ckblatt mit weissem &quot;Kopf/Logo&quot;">
    <p:bg>
      <p:bgPr>
        <a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41848FEF-8160-4762-8831-18D51DB9BBEC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1728000" y="1712484"/>
            <a:ext cx="9106828" cy="23933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6000"/>
              </a:lnSpc>
              <a:defRPr sz="5067" b="1">
                <a:solidFill>
                  <a:schemeClr val="tx1"/>
                </a:solidFill>
              </a:defRPr>
            </a:lvl1pPr>
          </a:lstStyle>
          <a:p>
            <a:r>
              <a:rPr lang="de-CH" noProof="0" dirty="1"/>
              <a:t>[</a:t>
            </a:r>
            <a:r>
              <a:rPr lang="de-CH" noProof="0" dirty="1"/>
              <a:t>Titel der Präsentation</a:t>
            </a:r>
            <a:r>
              <a:rPr lang="de-CH" noProof="0" dirty="1"/>
              <a:t>]</a:t>
            </a:r>
          </a:p>
        </p:txBody>
      </p:sp>
      <p:sp>
        <p:nvSpPr>
          <p:cNvPr id="8" name="Text Box 32"/>
          <p:cNvSpPr txBox="1">
            <a:spLocks noChangeArrowheads="1"/>
          </p:cNvSpPr>
          <p:nvPr userDrawn="1"/>
        </p:nvSpPr>
        <p:spPr bwMode="auto">
          <a:xfrm>
            <a:off x="4572000" y="349113"/>
            <a:ext cx="6724891" cy="5042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de-CH" sz="800" b="0" dirty="1">
                <a:solidFill>
                  <a:schemeClr val="bg1"/>
                </a:solidFill>
                <a:latin typeface="Arial" charset="0"/>
              </a:rPr>
              <a:t> </a:t>
            </a:r>
            <a:endParaRPr lang="de-CH" sz="800" b="0" dirty="0">
              <a:solidFill>
                <a:schemeClr val="bg1"/>
              </a:solidFill>
              <a:latin typeface="Arial" charset="0"/>
            </a:endParaRPr>
          </a:p>
          <a:p>
            <a:pPr marL="0" marR="0" lvl="0" indent="0" algn="l" defTabSz="914377" rtl="0" eaLnBrk="0" fontAlgn="base" latinLnBrk="0" hangingPunct="0">
              <a:lnSpc>
                <a:spcPts val="1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CH" sz="800" b="1" dirty="1">
                <a:solidFill>
                  <a:schemeClr val="bg1"/>
                </a:solidFill>
                <a:latin typeface="Arial" charset="0"/>
              </a:rPr>
              <a:t> </a:t>
            </a:r>
          </a:p>
          <a:p>
            <a:pPr marL="0" marR="0" lvl="0" indent="0" algn="l" defTabSz="914377" rtl="0" eaLnBrk="0" fontAlgn="base" latinLnBrk="0" hangingPunct="0">
              <a:lnSpc>
                <a:spcPts val="1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</a:p>
          <a:p>
            <a:pPr marL="0" marR="0" lvl="0" indent="0" algn="l" defTabSz="914377" rtl="0" eaLnBrk="0" fontAlgn="base" latinLnBrk="0" hangingPunct="0">
              <a:lnSpc>
                <a:spcPts val="1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CH" sz="800" b="0" dirty="0">
              <a:solidFill>
                <a:schemeClr val="bg1"/>
              </a:solidFill>
              <a:latin typeface="Arial" charset="0"/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1D03078F-A3AD-4CFD-A40E-3916C926E9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794" y="320345"/>
            <a:ext cx="2224135" cy="630488"/>
          </a:xfrm>
          <a:prstGeom prst="rect">
            <a:avLst/>
          </a:prstGeom>
        </p:spPr>
      </p:pic>
      <p:sp>
        <p:nvSpPr>
          <p:cNvPr id="4" name="Untertitel 2">
            <a:extLst>
              <a:ext uri="{FF2B5EF4-FFF2-40B4-BE49-F238E27FC236}">
                <a16:creationId xmlns:a16="http://schemas.microsoft.com/office/drawing/2014/main" id="{53F4355F-09A9-88F1-1C76-6DEB160D5AB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728000" y="5361698"/>
            <a:ext cx="9106828" cy="690310"/>
          </a:xfrm>
          <a:prstGeom prst="rect">
            <a:avLst/>
          </a:prstGeom>
        </p:spPr>
        <p:txBody>
          <a:bodyPr lIns="36000" tIns="0" rIns="0" bIns="0"/>
          <a:lstStyle>
            <a:lvl1pPr marL="0" indent="0" algn="l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1"/>
              <a:t>Autor</a:t>
            </a:r>
            <a:br>
              <a:rPr lang="de-CH" dirty="0"/>
            </a:br>
            <a:r>
              <a:rPr lang="de-CH" dirty="1"/>
              <a:t>Datum</a:t>
            </a:r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F568122-CD20-29CB-69D2-9E58D41DFACE}"/>
              </a:ext>
            </a:extLst>
          </p:cNvPr>
          <p:cNvSpPr txBox="1"/>
          <p:nvPr userDrawn="1"/>
        </p:nvSpPr>
        <p:spPr>
          <a:xfrm>
            <a:off x="1363051" y="-1105434"/>
            <a:ext cx="4018280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30712" indent="-230712">
              <a:buAutoNum type="arabicPeriod"/>
            </a:pPr>
            <a:r>
              <a:rPr lang="de-CH" sz="1400" b="1" i="1" dirty="1">
                <a:latin typeface="+mn-lt"/>
              </a:rPr>
              <a:t>Rechtsklick</a:t>
            </a:r>
            <a:r>
              <a:rPr lang="de-CH" sz="1400" i="1" dirty="1">
                <a:latin typeface="+mn-lt"/>
              </a:rPr>
              <a:t> auf Bild </a:t>
            </a:r>
            <a:br>
              <a:rPr lang="de-CH" sz="1400" i="1" dirty="0">
                <a:latin typeface="+mn-lt"/>
              </a:rPr>
            </a:br>
            <a:r>
              <a:rPr lang="de-CH" sz="1400" i="1" dirty="1">
                <a:latin typeface="+mn-lt"/>
                <a:sym typeface="Wingdings 3" panose="05040102010807070707" pitchFamily="18" charset="2"/>
              </a:rPr>
              <a:t></a:t>
            </a:r>
            <a:r>
              <a:rPr lang="de-CH" sz="1400" i="1" dirty="1">
                <a:latin typeface="+mn-lt"/>
                <a:sym typeface="Wingdings" panose="05000000000000000000" pitchFamily="2" charset="2"/>
              </a:rPr>
              <a:t> </a:t>
            </a:r>
            <a:r>
              <a:rPr lang="de-CH" sz="1400" b="1" i="1" dirty="1">
                <a:latin typeface="+mn-lt"/>
                <a:sym typeface="Wingdings" panose="05000000000000000000" pitchFamily="2" charset="2"/>
              </a:rPr>
              <a:t>Hintergrund formatieren </a:t>
            </a:r>
            <a:br>
              <a:rPr lang="de-CH" sz="1400" b="1" i="1" dirty="0">
                <a:latin typeface="+mn-lt"/>
                <a:sym typeface="Wingdings" panose="05000000000000000000" pitchFamily="2" charset="2"/>
              </a:rPr>
            </a:br>
            <a:r>
              <a:rPr lang="de-CH" sz="1400" i="1" dirty="1">
                <a:latin typeface="+mn-lt"/>
                <a:sym typeface="Wingdings 3" panose="05040102010807070707" pitchFamily="18" charset="2"/>
              </a:rPr>
              <a:t></a:t>
            </a:r>
            <a:r>
              <a:rPr lang="de-CH" sz="1400" i="1" dirty="1">
                <a:latin typeface="+mn-lt"/>
                <a:sym typeface="Wingdings" panose="05000000000000000000" pitchFamily="2" charset="2"/>
              </a:rPr>
              <a:t> rechts auf dem Bildschirm</a:t>
            </a:r>
            <a:br>
              <a:rPr lang="de-CH" sz="1400" i="1" dirty="0">
                <a:latin typeface="+mn-lt"/>
                <a:sym typeface="Wingdings" panose="05000000000000000000" pitchFamily="2" charset="2"/>
              </a:rPr>
            </a:br>
            <a:r>
              <a:rPr lang="de-CH" sz="1400" i="1" dirty="1">
                <a:latin typeface="+mn-lt"/>
                <a:sym typeface="Wingdings 3" panose="05040102010807070707" pitchFamily="18" charset="2"/>
              </a:rPr>
              <a:t></a:t>
            </a:r>
            <a:r>
              <a:rPr lang="de-CH" sz="1400" i="1" dirty="1">
                <a:latin typeface="+mn-lt"/>
                <a:sym typeface="Wingdings" panose="05000000000000000000" pitchFamily="2" charset="2"/>
              </a:rPr>
              <a:t> «Bildquelle»: Klick auf </a:t>
            </a:r>
            <a:r>
              <a:rPr lang="de-CH" sz="1400" b="1" i="1" dirty="1">
                <a:latin typeface="+mn-lt"/>
                <a:sym typeface="Wingdings" panose="05000000000000000000" pitchFamily="2" charset="2"/>
              </a:rPr>
              <a:t>Einfügen</a:t>
            </a:r>
            <a:br>
              <a:rPr lang="de-CH" sz="1400" b="1" i="1" dirty="0">
                <a:latin typeface="+mn-lt"/>
                <a:sym typeface="Wingdings" panose="05000000000000000000" pitchFamily="2" charset="2"/>
              </a:rPr>
            </a:br>
            <a:r>
              <a:rPr lang="de-CH" sz="1400" b="1" i="1" dirty="1">
                <a:latin typeface="+mn-lt"/>
                <a:sym typeface="Wingdings 3" panose="05040102010807070707" pitchFamily="18" charset="2"/>
              </a:rPr>
              <a:t></a:t>
            </a:r>
            <a:r>
              <a:rPr lang="de-CH" sz="1400" b="1" i="1" dirty="1">
                <a:latin typeface="+mn-lt"/>
                <a:sym typeface="Wingdings" panose="05000000000000000000" pitchFamily="2" charset="2"/>
              </a:rPr>
              <a:t> aus Datei</a:t>
            </a:r>
            <a:endParaRPr lang="de-CH" sz="1400" i="1" dirty="0">
              <a:latin typeface="+mn-lt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7A24AE9-31CC-435F-8172-733282161ACA}"/>
              </a:ext>
            </a:extLst>
          </p:cNvPr>
          <p:cNvSpPr txBox="1"/>
          <p:nvPr userDrawn="1"/>
        </p:nvSpPr>
        <p:spPr>
          <a:xfrm>
            <a:off x="5416699" y="-1063182"/>
            <a:ext cx="5291941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189" indent="-457189">
              <a:buFont typeface="+mj-lt"/>
              <a:buAutoNum type="arabicPeriod" startAt="2"/>
            </a:pPr>
            <a:r>
              <a:rPr lang="de-CH" sz="1400" b="1" i="1" dirty="1">
                <a:latin typeface="+mn-lt"/>
              </a:rPr>
              <a:t>Titel</a:t>
            </a:r>
            <a:r>
              <a:rPr lang="de-CH" sz="1400" i="1" dirty="1">
                <a:latin typeface="+mn-lt"/>
              </a:rPr>
              <a:t> der Präsentation schreiben </a:t>
            </a:r>
            <a:br>
              <a:rPr lang="de-CH" sz="1400" i="1" dirty="0">
                <a:latin typeface="+mn-lt"/>
              </a:rPr>
            </a:br>
            <a:r>
              <a:rPr lang="de-CH" sz="1400" b="1" i="1" dirty="1">
                <a:latin typeface="+mn-lt"/>
              </a:rPr>
              <a:t>+</a:t>
            </a:r>
            <a:r>
              <a:rPr lang="de-CH" sz="1400" i="1" dirty="1">
                <a:latin typeface="+mn-lt"/>
              </a:rPr>
              <a:t> falls nötig, Feld des Titels erweitern; </a:t>
            </a:r>
            <a:br>
              <a:rPr lang="de-CH" sz="1400" i="1" dirty="0">
                <a:latin typeface="+mn-lt"/>
              </a:rPr>
            </a:br>
            <a:r>
              <a:rPr lang="de-CH" sz="1400" b="1" i="1" dirty="1">
                <a:latin typeface="+mn-lt"/>
              </a:rPr>
              <a:t>+</a:t>
            </a:r>
            <a:r>
              <a:rPr lang="de-CH" sz="1400" i="1" dirty="1">
                <a:latin typeface="+mn-lt"/>
              </a:rPr>
              <a:t> Feld des Titels nach oben/unten verschieben;</a:t>
            </a:r>
            <a:br>
              <a:rPr lang="de-CH" sz="1400" i="1" dirty="0">
                <a:latin typeface="+mn-lt"/>
              </a:rPr>
            </a:br>
            <a:r>
              <a:rPr lang="de-CH" sz="1400" b="1" i="1" dirty="1">
                <a:latin typeface="+mn-lt"/>
              </a:rPr>
              <a:t>+</a:t>
            </a:r>
            <a:r>
              <a:rPr lang="de-CH" sz="1400" i="1" dirty="1">
                <a:latin typeface="+mn-lt"/>
              </a:rPr>
              <a:t> Schriftfarbe je nach Bild anpassen.</a:t>
            </a:r>
          </a:p>
        </p:txBody>
      </p:sp>
    </p:spTree>
    <p:extLst>
      <p:ext uri="{BB962C8B-B14F-4D97-AF65-F5344CB8AC3E}">
        <p14:creationId xmlns:p14="http://schemas.microsoft.com/office/powerpoint/2010/main" val="5822557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7105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1548" userDrawn="1">
          <p15:clr>
            <a:srgbClr val="FBAE40"/>
          </p15:clr>
        </p15:guide>
        <p15:guide id="5" orient="horz" pos="3317" userDrawn="1">
          <p15:clr>
            <a:srgbClr val="FBAE40"/>
          </p15:clr>
        </p15:guide>
        <p15:guide id="6" pos="108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ckblatt mit weissem Balken für &quot;Kopf/Logo&quot;">
    <p:bg>
      <p:bgPr>
        <a:gradFill flip="none" rotWithShape="1">
          <a:gsLst>
            <a:gs pos="0">
              <a:srgbClr val="0070C0"/>
            </a:gs>
            <a:gs pos="27000">
              <a:schemeClr val="accent2">
                <a:lumMod val="75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0B0795F3-B338-4F42-B684-34AF03E64E7D}"/>
              </a:ext>
            </a:extLst>
          </p:cNvPr>
          <p:cNvSpPr/>
          <p:nvPr userDrawn="1"/>
        </p:nvSpPr>
        <p:spPr>
          <a:xfrm>
            <a:off x="0" y="1"/>
            <a:ext cx="12192000" cy="131656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CH" sz="3200" dirty="0" err="1"/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9" t="4211" r="4866" b="11776"/>
          <a:stretch/>
        </p:blipFill>
        <p:spPr>
          <a:xfrm>
            <a:off x="1363051" y="349111"/>
            <a:ext cx="1997076" cy="509588"/>
          </a:xfrm>
          <a:prstGeom prst="rect">
            <a:avLst/>
          </a:prstGeom>
        </p:spPr>
      </p:pic>
      <p:sp>
        <p:nvSpPr>
          <p:cNvPr id="8" name="Text Box 32"/>
          <p:cNvSpPr txBox="1">
            <a:spLocks noChangeArrowheads="1"/>
          </p:cNvSpPr>
          <p:nvPr userDrawn="1"/>
        </p:nvSpPr>
        <p:spPr bwMode="auto">
          <a:xfrm>
            <a:off x="4572000" y="349113"/>
            <a:ext cx="6724891" cy="5042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de-CH" sz="800" b="0" dirty="1">
                <a:latin typeface="Arial" charset="0"/>
              </a:rPr>
              <a:t> </a:t>
            </a:r>
            <a:endParaRPr lang="de-CH" sz="800" b="0" dirty="0">
              <a:latin typeface="Arial" charset="0"/>
            </a:endParaRPr>
          </a:p>
          <a:p>
            <a:pPr marL="0" marR="0" lvl="0" indent="0" algn="l" defTabSz="914377" rtl="0" eaLnBrk="0" fontAlgn="base" latinLnBrk="0" hangingPunct="0">
              <a:lnSpc>
                <a:spcPts val="1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CH" sz="800" b="1" dirty="1">
                <a:latin typeface="Arial" charset="0"/>
              </a:rPr>
              <a:t> </a:t>
            </a:r>
          </a:p>
          <a:p>
            <a:pPr marL="0" marR="0" lvl="0" indent="0" algn="l" defTabSz="914377" rtl="0" eaLnBrk="0" fontAlgn="base" latinLnBrk="0" hangingPunct="0">
              <a:lnSpc>
                <a:spcPts val="1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</a:p>
          <a:p>
            <a:pPr marL="0" marR="0" lvl="0" indent="0" algn="l" defTabSz="914377" rtl="0" eaLnBrk="0" fontAlgn="base" latinLnBrk="0" hangingPunct="0">
              <a:lnSpc>
                <a:spcPts val="1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CH" sz="800" b="0" dirty="0">
              <a:latin typeface="Arial" charset="0"/>
            </a:endParaRPr>
          </a:p>
        </p:txBody>
      </p:sp>
      <p:sp>
        <p:nvSpPr>
          <p:cNvPr id="2" name="Untertitel 2">
            <a:extLst>
              <a:ext uri="{FF2B5EF4-FFF2-40B4-BE49-F238E27FC236}">
                <a16:creationId xmlns:a16="http://schemas.microsoft.com/office/drawing/2014/main" id="{7B366C63-36C6-DCC0-F779-B3C3D69C787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728000" y="5361698"/>
            <a:ext cx="9129347" cy="690310"/>
          </a:xfrm>
          <a:prstGeom prst="rect">
            <a:avLst/>
          </a:prstGeom>
        </p:spPr>
        <p:txBody>
          <a:bodyPr lIns="36000" tIns="0" rIns="0" bIns="0"/>
          <a:lstStyle>
            <a:lvl1pPr marL="0" indent="0" algn="l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1"/>
              <a:t>Autor</a:t>
            </a:r>
            <a:br>
              <a:rPr lang="de-CH" dirty="0"/>
            </a:br>
            <a:r>
              <a:rPr lang="de-CH" dirty="1"/>
              <a:t>Datum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6AE7A67-AB87-AC1B-71FA-330A752ABB84}"/>
              </a:ext>
            </a:extLst>
          </p:cNvPr>
          <p:cNvSpPr txBox="1"/>
          <p:nvPr userDrawn="1"/>
        </p:nvSpPr>
        <p:spPr>
          <a:xfrm>
            <a:off x="1363051" y="-1105434"/>
            <a:ext cx="4018280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30712" indent="-230712">
              <a:buAutoNum type="arabicPeriod"/>
            </a:pPr>
            <a:r>
              <a:rPr lang="de-CH" sz="1400" b="1" i="1" dirty="1">
                <a:latin typeface="+mn-lt"/>
              </a:rPr>
              <a:t>Rechtsklick</a:t>
            </a:r>
            <a:r>
              <a:rPr lang="de-CH" sz="1400" i="1" dirty="1">
                <a:latin typeface="+mn-lt"/>
              </a:rPr>
              <a:t> auf Bild </a:t>
            </a:r>
            <a:br>
              <a:rPr lang="de-CH" sz="1400" i="1" dirty="0">
                <a:latin typeface="+mn-lt"/>
              </a:rPr>
            </a:br>
            <a:r>
              <a:rPr lang="de-CH" sz="1400" i="1" dirty="1">
                <a:latin typeface="+mn-lt"/>
                <a:sym typeface="Wingdings 3" panose="05040102010807070707" pitchFamily="18" charset="2"/>
              </a:rPr>
              <a:t></a:t>
            </a:r>
            <a:r>
              <a:rPr lang="de-CH" sz="1400" i="1" dirty="1">
                <a:latin typeface="+mn-lt"/>
                <a:sym typeface="Wingdings" panose="05000000000000000000" pitchFamily="2" charset="2"/>
              </a:rPr>
              <a:t> </a:t>
            </a:r>
            <a:r>
              <a:rPr lang="de-CH" sz="1400" b="1" i="1" dirty="1">
                <a:latin typeface="+mn-lt"/>
                <a:sym typeface="Wingdings" panose="05000000000000000000" pitchFamily="2" charset="2"/>
              </a:rPr>
              <a:t>Hintergrund formatieren </a:t>
            </a:r>
            <a:br>
              <a:rPr lang="de-CH" sz="1400" b="1" i="1" dirty="0">
                <a:latin typeface="+mn-lt"/>
                <a:sym typeface="Wingdings" panose="05000000000000000000" pitchFamily="2" charset="2"/>
              </a:rPr>
            </a:br>
            <a:r>
              <a:rPr lang="de-CH" sz="1400" i="1" dirty="1">
                <a:latin typeface="+mn-lt"/>
                <a:sym typeface="Wingdings 3" panose="05040102010807070707" pitchFamily="18" charset="2"/>
              </a:rPr>
              <a:t></a:t>
            </a:r>
            <a:r>
              <a:rPr lang="de-CH" sz="1400" i="1" dirty="1">
                <a:latin typeface="+mn-lt"/>
                <a:sym typeface="Wingdings" panose="05000000000000000000" pitchFamily="2" charset="2"/>
              </a:rPr>
              <a:t> rechts auf dem Bildschirm</a:t>
            </a:r>
            <a:br>
              <a:rPr lang="de-CH" sz="1400" i="1" dirty="0">
                <a:latin typeface="+mn-lt"/>
                <a:sym typeface="Wingdings" panose="05000000000000000000" pitchFamily="2" charset="2"/>
              </a:rPr>
            </a:br>
            <a:r>
              <a:rPr lang="de-CH" sz="1400" i="1" dirty="1">
                <a:latin typeface="+mn-lt"/>
                <a:sym typeface="Wingdings 3" panose="05040102010807070707" pitchFamily="18" charset="2"/>
              </a:rPr>
              <a:t></a:t>
            </a:r>
            <a:r>
              <a:rPr lang="de-CH" sz="1400" i="1" dirty="1">
                <a:latin typeface="+mn-lt"/>
                <a:sym typeface="Wingdings" panose="05000000000000000000" pitchFamily="2" charset="2"/>
              </a:rPr>
              <a:t> «Bildquelle»: Klick auf </a:t>
            </a:r>
            <a:r>
              <a:rPr lang="de-CH" sz="1400" b="1" i="1" dirty="1">
                <a:latin typeface="+mn-lt"/>
                <a:sym typeface="Wingdings" panose="05000000000000000000" pitchFamily="2" charset="2"/>
              </a:rPr>
              <a:t>Einfügen</a:t>
            </a:r>
            <a:br>
              <a:rPr lang="de-CH" sz="1400" b="1" i="1" dirty="0">
                <a:latin typeface="+mn-lt"/>
                <a:sym typeface="Wingdings" panose="05000000000000000000" pitchFamily="2" charset="2"/>
              </a:rPr>
            </a:br>
            <a:r>
              <a:rPr lang="de-CH" sz="1400" b="1" i="1" dirty="1">
                <a:latin typeface="+mn-lt"/>
                <a:sym typeface="Wingdings 3" panose="05040102010807070707" pitchFamily="18" charset="2"/>
              </a:rPr>
              <a:t></a:t>
            </a:r>
            <a:r>
              <a:rPr lang="de-CH" sz="1400" b="1" i="1" dirty="1">
                <a:latin typeface="+mn-lt"/>
                <a:sym typeface="Wingdings" panose="05000000000000000000" pitchFamily="2" charset="2"/>
              </a:rPr>
              <a:t> aus Datei</a:t>
            </a:r>
            <a:endParaRPr lang="de-CH" sz="1400" i="1" dirty="0">
              <a:latin typeface="+mn-lt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22963FA-66DF-7AF9-6DDE-14F70A3CA272}"/>
              </a:ext>
            </a:extLst>
          </p:cNvPr>
          <p:cNvSpPr txBox="1"/>
          <p:nvPr userDrawn="1"/>
        </p:nvSpPr>
        <p:spPr>
          <a:xfrm>
            <a:off x="5416699" y="-1063182"/>
            <a:ext cx="5291941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189" indent="-457189">
              <a:buFont typeface="+mj-lt"/>
              <a:buAutoNum type="arabicPeriod" startAt="2"/>
            </a:pPr>
            <a:r>
              <a:rPr lang="de-CH" sz="1400" b="1" i="1" dirty="1">
                <a:latin typeface="+mn-lt"/>
              </a:rPr>
              <a:t>Titel</a:t>
            </a:r>
            <a:r>
              <a:rPr lang="de-CH" sz="1400" i="1" dirty="1">
                <a:latin typeface="+mn-lt"/>
              </a:rPr>
              <a:t> der Präsentation schreiben </a:t>
            </a:r>
            <a:br>
              <a:rPr lang="de-CH" sz="1400" i="1" dirty="0">
                <a:latin typeface="+mn-lt"/>
              </a:rPr>
            </a:br>
            <a:r>
              <a:rPr lang="de-CH" sz="1400" b="1" i="1" dirty="1">
                <a:latin typeface="+mn-lt"/>
              </a:rPr>
              <a:t>+</a:t>
            </a:r>
            <a:r>
              <a:rPr lang="de-CH" sz="1400" i="1" dirty="1">
                <a:latin typeface="+mn-lt"/>
              </a:rPr>
              <a:t> falls nötig, Feld des Titels erweitern; </a:t>
            </a:r>
            <a:br>
              <a:rPr lang="de-CH" sz="1400" i="1" dirty="0">
                <a:latin typeface="+mn-lt"/>
              </a:rPr>
            </a:br>
            <a:r>
              <a:rPr lang="de-CH" sz="1400" b="1" i="1" dirty="1">
                <a:latin typeface="+mn-lt"/>
              </a:rPr>
              <a:t>+</a:t>
            </a:r>
            <a:r>
              <a:rPr lang="de-CH" sz="1400" i="1" dirty="1">
                <a:latin typeface="+mn-lt"/>
              </a:rPr>
              <a:t> Feld des Titels nach oben/unten verschieben;</a:t>
            </a:r>
            <a:br>
              <a:rPr lang="de-CH" sz="1400" i="1" dirty="0">
                <a:latin typeface="+mn-lt"/>
              </a:rPr>
            </a:br>
            <a:r>
              <a:rPr lang="de-CH" sz="1400" b="1" i="1" dirty="1">
                <a:latin typeface="+mn-lt"/>
              </a:rPr>
              <a:t>+</a:t>
            </a:r>
            <a:r>
              <a:rPr lang="de-CH" sz="1400" i="1" dirty="1">
                <a:latin typeface="+mn-lt"/>
              </a:rPr>
              <a:t> Schriftfarbe je nach Bild anpassen.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CAF5773-8492-E90E-E0EF-52E29D116123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1728000" y="2314800"/>
            <a:ext cx="9106828" cy="2134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6000"/>
              </a:lnSpc>
              <a:defRPr sz="5067" b="1">
                <a:solidFill>
                  <a:schemeClr val="bg1"/>
                </a:solidFill>
              </a:defRPr>
            </a:lvl1pPr>
          </a:lstStyle>
          <a:p>
            <a:r>
              <a:rPr lang="de-CH" noProof="0" dirty="1"/>
              <a:t>[</a:t>
            </a:r>
            <a:r>
              <a:rPr lang="de-CH" noProof="0" dirty="1"/>
              <a:t>Titel der Präsentation</a:t>
            </a:r>
            <a:r>
              <a:rPr lang="de-CH" noProof="0" dirty="1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708393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7105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1548" userDrawn="1">
          <p15:clr>
            <a:srgbClr val="FBAE40"/>
          </p15:clr>
        </p15:guide>
        <p15:guide id="5" orient="horz" pos="3317" userDrawn="1">
          <p15:clr>
            <a:srgbClr val="FBAE40"/>
          </p15:clr>
        </p15:guide>
        <p15:guide id="6" pos="108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9" t="4211" r="4866" b="11776"/>
          <a:stretch/>
        </p:blipFill>
        <p:spPr>
          <a:xfrm>
            <a:off x="1363051" y="349111"/>
            <a:ext cx="1997076" cy="509588"/>
          </a:xfrm>
          <a:prstGeom prst="rect">
            <a:avLst/>
          </a:prstGeom>
        </p:spPr>
      </p:pic>
      <p:sp>
        <p:nvSpPr>
          <p:cNvPr id="23554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728000" y="2314936"/>
            <a:ext cx="9552516" cy="2581155"/>
          </a:xfrm>
        </p:spPr>
        <p:txBody>
          <a:bodyPr tIns="0"/>
          <a:lstStyle>
            <a:lvl1pPr marL="0" indent="0">
              <a:lnSpc>
                <a:spcPts val="6000"/>
              </a:lnSpc>
              <a:defRPr sz="5200"/>
            </a:lvl1pPr>
          </a:lstStyle>
          <a:p>
            <a:r>
              <a:rPr lang="de-CH" noProof="0" dirty="1"/>
              <a:t>[</a:t>
            </a:r>
            <a:r>
              <a:rPr lang="de-CH" noProof="0" dirty="1"/>
              <a:t>Titel der Präsentation</a:t>
            </a:r>
            <a:r>
              <a:rPr lang="de-CH" noProof="0" dirty="1"/>
              <a:t>]</a:t>
            </a:r>
          </a:p>
        </p:txBody>
      </p:sp>
      <p:sp>
        <p:nvSpPr>
          <p:cNvPr id="8" name="Text Box 32"/>
          <p:cNvSpPr txBox="1">
            <a:spLocks noChangeArrowheads="1"/>
          </p:cNvSpPr>
          <p:nvPr userDrawn="1"/>
        </p:nvSpPr>
        <p:spPr bwMode="auto">
          <a:xfrm>
            <a:off x="4572000" y="349113"/>
            <a:ext cx="6724891" cy="5042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de-CH" sz="800" b="0" dirty="1">
                <a:latin typeface="Arial" charset="0"/>
              </a:rPr>
              <a:t> </a:t>
            </a:r>
            <a:endParaRPr lang="de-CH" sz="800" b="0" dirty="0">
              <a:latin typeface="Arial" charset="0"/>
            </a:endParaRPr>
          </a:p>
          <a:p>
            <a:pPr marL="0" marR="0" lvl="0" indent="0" algn="l" defTabSz="914377" rtl="0" eaLnBrk="0" fontAlgn="base" latinLnBrk="0" hangingPunct="0">
              <a:lnSpc>
                <a:spcPts val="1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CH" sz="800" b="1" dirty="1">
                <a:latin typeface="Arial" charset="0"/>
              </a:rPr>
              <a:t> </a:t>
            </a:r>
          </a:p>
          <a:p>
            <a:pPr marL="0" marR="0" lvl="0" indent="0" algn="l" defTabSz="914377" rtl="0" eaLnBrk="0" fontAlgn="base" latinLnBrk="0" hangingPunct="0">
              <a:lnSpc>
                <a:spcPts val="1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</a:p>
          <a:p>
            <a:pPr marL="0" marR="0" lvl="0" indent="0" algn="l" defTabSz="914377" rtl="0" eaLnBrk="0" fontAlgn="base" latinLnBrk="0" hangingPunct="0">
              <a:lnSpc>
                <a:spcPts val="1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CH" sz="800" b="0" dirty="0">
              <a:latin typeface="Arial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24A182E-1509-485B-B8D1-3A2AED4D124B}"/>
              </a:ext>
            </a:extLst>
          </p:cNvPr>
          <p:cNvSpPr txBox="1"/>
          <p:nvPr userDrawn="1"/>
        </p:nvSpPr>
        <p:spPr>
          <a:xfrm>
            <a:off x="828104" y="-557673"/>
            <a:ext cx="1094056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30712" indent="-230712">
              <a:buAutoNum type="arabicPeriod"/>
            </a:pPr>
            <a:r>
              <a:rPr lang="de-CH" sz="1600" b="0" i="1" dirty="1">
                <a:latin typeface="+mn-lt"/>
              </a:rPr>
              <a:t>Für Deckblätter mit Bilder</a:t>
            </a:r>
            <a:br>
              <a:rPr lang="de-CH" sz="1600" b="1" i="1" dirty="0">
                <a:latin typeface="+mn-lt"/>
              </a:rPr>
            </a:br>
            <a:r>
              <a:rPr lang="de-CH" sz="1600" b="1" i="1" dirty="1">
                <a:latin typeface="+mn-lt"/>
                <a:sym typeface="Wingdings 3" panose="05040102010807070707" pitchFamily="18" charset="2"/>
              </a:rPr>
              <a:t></a:t>
            </a:r>
            <a:r>
              <a:rPr lang="de-CH" sz="1600" b="1" i="1" dirty="1">
                <a:latin typeface="+mn-lt"/>
                <a:sym typeface="Wingdings" panose="05000000000000000000" pitchFamily="2" charset="2"/>
              </a:rPr>
              <a:t> Start / Neue Folie     (Hinweis: </a:t>
            </a:r>
            <a:r>
              <a:rPr lang="de-CH" sz="1600" b="0" i="1" dirty="1">
                <a:latin typeface="+mn-lt"/>
                <a:sym typeface="Wingdings" panose="05000000000000000000" pitchFamily="2" charset="2"/>
              </a:rPr>
              <a:t>eigene</a:t>
            </a:r>
            <a:r>
              <a:rPr lang="de-CH" sz="1600" b="1" i="1" dirty="1">
                <a:latin typeface="+mn-lt"/>
                <a:sym typeface="Wingdings" panose="05000000000000000000" pitchFamily="2" charset="2"/>
              </a:rPr>
              <a:t> </a:t>
            </a:r>
            <a:r>
              <a:rPr lang="de-CH" sz="1600" b="0" i="1" dirty="1">
                <a:latin typeface="+mn-lt"/>
                <a:sym typeface="Wingdings" panose="05000000000000000000" pitchFamily="2" charset="2"/>
              </a:rPr>
              <a:t>Bilder müssen das Format 16:9 haben!)</a:t>
            </a:r>
            <a:endParaRPr lang="de-CH" sz="1600" b="0" i="1" dirty="0">
              <a:latin typeface="+mn-lt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91F8D70-50EC-6CEF-02C9-37A92F88BA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8000" y="5232053"/>
            <a:ext cx="9569690" cy="818890"/>
          </a:xfrm>
        </p:spPr>
        <p:txBody>
          <a:bodyPr/>
          <a:lstStyle>
            <a:lvl1pPr marL="0" indent="0" algn="l">
              <a:lnSpc>
                <a:spcPts val="3200"/>
              </a:lnSpc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1"/>
              <a:t>Master-Untertitelformat bearbeiten</a:t>
            </a:r>
            <a:endParaRPr lang="de-CH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7105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1548" userDrawn="1">
          <p15:clr>
            <a:srgbClr val="FBAE40"/>
          </p15:clr>
        </p15:guide>
        <p15:guide id="5" orient="horz" pos="3317" userDrawn="1">
          <p15:clr>
            <a:srgbClr val="FBAE40"/>
          </p15:clr>
        </p15:guide>
        <p15:guide id="6" pos="108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seite+Federführung (Autor)+Dat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9" t="4211" r="4866" b="11776"/>
          <a:stretch/>
        </p:blipFill>
        <p:spPr>
          <a:xfrm>
            <a:off x="1363051" y="349111"/>
            <a:ext cx="1997076" cy="509588"/>
          </a:xfrm>
          <a:prstGeom prst="rect">
            <a:avLst/>
          </a:prstGeom>
        </p:spPr>
      </p:pic>
      <p:sp>
        <p:nvSpPr>
          <p:cNvPr id="23554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728000" y="2314936"/>
            <a:ext cx="9552516" cy="2581155"/>
          </a:xfrm>
        </p:spPr>
        <p:txBody>
          <a:bodyPr tIns="0"/>
          <a:lstStyle>
            <a:lvl1pPr marL="0" indent="0">
              <a:lnSpc>
                <a:spcPts val="6000"/>
              </a:lnSpc>
              <a:defRPr sz="5200"/>
            </a:lvl1pPr>
          </a:lstStyle>
          <a:p>
            <a:r>
              <a:rPr lang="de-CH" noProof="0" dirty="1"/>
              <a:t>[</a:t>
            </a:r>
            <a:r>
              <a:rPr lang="de-CH" noProof="0" dirty="1"/>
              <a:t>Titel der Präsentation</a:t>
            </a:r>
            <a:r>
              <a:rPr lang="de-CH" noProof="0" dirty="1"/>
              <a:t>]</a:t>
            </a:r>
          </a:p>
        </p:txBody>
      </p:sp>
      <p:sp>
        <p:nvSpPr>
          <p:cNvPr id="8" name="Text Box 32"/>
          <p:cNvSpPr txBox="1">
            <a:spLocks noChangeArrowheads="1"/>
          </p:cNvSpPr>
          <p:nvPr userDrawn="1"/>
        </p:nvSpPr>
        <p:spPr bwMode="auto">
          <a:xfrm>
            <a:off x="4572000" y="349113"/>
            <a:ext cx="6724891" cy="5042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de-CH" sz="800" b="0" dirty="1">
                <a:latin typeface="Arial" charset="0"/>
              </a:rPr>
              <a:t> </a:t>
            </a:r>
            <a:endParaRPr lang="de-CH" sz="800" b="0" dirty="0">
              <a:latin typeface="Arial" charset="0"/>
            </a:endParaRPr>
          </a:p>
          <a:p>
            <a:pPr marL="0" marR="0" lvl="0" indent="0" algn="l" defTabSz="914377" rtl="0" eaLnBrk="0" fontAlgn="base" latinLnBrk="0" hangingPunct="0">
              <a:lnSpc>
                <a:spcPts val="1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CH" sz="800" b="1" dirty="1">
                <a:latin typeface="Arial" charset="0"/>
              </a:rPr>
              <a:t> </a:t>
            </a:r>
          </a:p>
          <a:p>
            <a:pPr marL="0" marR="0" lvl="0" indent="0" algn="l" defTabSz="914377" rtl="0" eaLnBrk="0" fontAlgn="base" latinLnBrk="0" hangingPunct="0">
              <a:lnSpc>
                <a:spcPts val="1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</a:p>
          <a:p>
            <a:pPr marL="0" marR="0" lvl="0" indent="0" algn="l" defTabSz="914377" rtl="0" eaLnBrk="0" fontAlgn="base" latinLnBrk="0" hangingPunct="0">
              <a:lnSpc>
                <a:spcPts val="1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CH" sz="800" b="0" dirty="0">
              <a:latin typeface="Arial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24A182E-1509-485B-B8D1-3A2AED4D124B}"/>
              </a:ext>
            </a:extLst>
          </p:cNvPr>
          <p:cNvSpPr txBox="1"/>
          <p:nvPr userDrawn="1"/>
        </p:nvSpPr>
        <p:spPr>
          <a:xfrm>
            <a:off x="828104" y="-557673"/>
            <a:ext cx="1094056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30712" indent="-230712">
              <a:buAutoNum type="arabicPeriod"/>
            </a:pPr>
            <a:r>
              <a:rPr lang="de-CH" sz="1600" b="0" i="1" dirty="1">
                <a:latin typeface="+mn-lt"/>
              </a:rPr>
              <a:t>Für Deckblätter mit Bilder</a:t>
            </a:r>
            <a:br>
              <a:rPr lang="de-CH" sz="1600" b="1" i="1" dirty="0">
                <a:latin typeface="+mn-lt"/>
              </a:rPr>
            </a:br>
            <a:r>
              <a:rPr lang="de-CH" sz="1600" b="1" i="1" dirty="1">
                <a:latin typeface="+mn-lt"/>
                <a:sym typeface="Wingdings 3" panose="05040102010807070707" pitchFamily="18" charset="2"/>
              </a:rPr>
              <a:t></a:t>
            </a:r>
            <a:r>
              <a:rPr lang="de-CH" sz="1600" b="1" i="1" dirty="1">
                <a:latin typeface="+mn-lt"/>
                <a:sym typeface="Wingdings" panose="05000000000000000000" pitchFamily="2" charset="2"/>
              </a:rPr>
              <a:t> Start / Neue Folie     (Hinweis: </a:t>
            </a:r>
            <a:r>
              <a:rPr lang="de-CH" sz="1600" b="0" i="1" dirty="1">
                <a:latin typeface="+mn-lt"/>
                <a:sym typeface="Wingdings" panose="05000000000000000000" pitchFamily="2" charset="2"/>
              </a:rPr>
              <a:t>eigene</a:t>
            </a:r>
            <a:r>
              <a:rPr lang="de-CH" sz="1600" b="1" i="1" dirty="1">
                <a:latin typeface="+mn-lt"/>
                <a:sym typeface="Wingdings" panose="05000000000000000000" pitchFamily="2" charset="2"/>
              </a:rPr>
              <a:t> </a:t>
            </a:r>
            <a:r>
              <a:rPr lang="de-CH" sz="1600" b="0" i="1" dirty="1">
                <a:latin typeface="+mn-lt"/>
                <a:sym typeface="Wingdings" panose="05000000000000000000" pitchFamily="2" charset="2"/>
              </a:rPr>
              <a:t>Bilder müssen das Format 16:9 haben!)</a:t>
            </a:r>
            <a:endParaRPr lang="de-CH" sz="1600" b="0" i="1" dirty="0">
              <a:latin typeface="+mn-lt"/>
            </a:endParaRPr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4B62C9A7-69D8-EA60-5F82-5D47D5B877B4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728000" y="5608864"/>
            <a:ext cx="9569691" cy="50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680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69875" algn="l" rtl="0" eaLnBrk="1" fontAlgn="base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</a:defRPr>
            </a:lvl2pPr>
            <a:lvl3pPr marL="806450" indent="-268288" algn="l" rtl="0" eaLnBrk="1" fontAlgn="base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</a:defRPr>
            </a:lvl3pPr>
            <a:lvl4pPr marL="1076325" indent="-269875" algn="l" rtl="0" eaLnBrk="1" fontAlgn="base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</a:defRPr>
            </a:lvl4pPr>
            <a:lvl5pPr marL="1344613" indent="-268288" algn="l" rtl="0" eaLnBrk="1" fontAlgn="base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</a:pPr>
            <a:r>
              <a:rPr lang="fr-CH" sz="2800" kern="0" dirty="1"/>
              <a:t xml:space="preserve">31. Oktober 2026</a:t>
            </a:r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8F8B9CC0-8F13-6A9E-6293-3031D16D580F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728000" y="5089337"/>
            <a:ext cx="9569691" cy="50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680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69875" algn="l" rtl="0" eaLnBrk="1" fontAlgn="base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</a:defRPr>
            </a:lvl2pPr>
            <a:lvl3pPr marL="806450" indent="-268288" algn="l" rtl="0" eaLnBrk="1" fontAlgn="base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</a:defRPr>
            </a:lvl3pPr>
            <a:lvl4pPr marL="1076325" indent="-269875" algn="l" rtl="0" eaLnBrk="1" fontAlgn="base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</a:defRPr>
            </a:lvl4pPr>
            <a:lvl5pPr marL="1344613" indent="-268288" algn="l" rtl="0" eaLnBrk="1" fontAlgn="base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</a:pPr>
            <a:r>
              <a:rPr lang="fr-CH" sz="2800" kern="0" dirty="1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91025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105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orient="horz" pos="1548">
          <p15:clr>
            <a:srgbClr val="FBAE40"/>
          </p15:clr>
        </p15:guide>
        <p15:guide id="5" orient="horz" pos="3317">
          <p15:clr>
            <a:srgbClr val="FBAE40"/>
          </p15:clr>
        </p15:guide>
        <p15:guide id="6" pos="108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/>
          <p:cNvSpPr>
            <a:spLocks noGrp="1"/>
          </p:cNvSpPr>
          <p:nvPr>
            <p:ph sz="quarter" idx="10"/>
          </p:nvPr>
        </p:nvSpPr>
        <p:spPr>
          <a:xfrm>
            <a:off x="1727201" y="1449389"/>
            <a:ext cx="9986963" cy="4526612"/>
          </a:xfrm>
        </p:spPr>
        <p:txBody>
          <a:bodyPr/>
          <a:lstStyle/>
          <a:p>
            <a:pPr lvl="0"/>
            <a:r>
              <a:rPr lang="de-CH" noProof="0" dirty="0"/>
              <a:t>Formatvorlagen des Textmasters bearbeiten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D21FFDD-132D-4B5B-AD6B-BCC06A41D268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Titelmasterformat durch Klicken bearbeiten</a:t>
            </a:r>
          </a:p>
        </p:txBody>
      </p:sp>
      <p:sp>
        <p:nvSpPr>
          <p:cNvPr id="5" name="Fußzeilenplatzhalter 3">
            <a:extLst>
              <a:ext uri="{FF2B5EF4-FFF2-40B4-BE49-F238E27FC236}">
                <a16:creationId xmlns:a16="http://schemas.microsoft.com/office/drawing/2014/main" id="{7D43A29C-8754-E324-6896-AF9AEBF97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27201" y="6340500"/>
            <a:ext cx="5771777" cy="172061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lnSpc>
                <a:spcPts val="1200"/>
              </a:lnSpc>
              <a:defRPr sz="9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CH" dirty="0"/>
              <a:t>Name der Präsentation • Untertitel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0942B83-5BC7-DC9B-E668-76AA47CE72C2}"/>
              </a:ext>
            </a:extLst>
          </p:cNvPr>
          <p:cNvSpPr txBox="1"/>
          <p:nvPr userDrawn="1"/>
        </p:nvSpPr>
        <p:spPr>
          <a:xfrm>
            <a:off x="1363050" y="-877676"/>
            <a:ext cx="9220135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buNone/>
            </a:pPr>
            <a:r>
              <a:rPr lang="de-CH" sz="1400" b="1" i="1" dirty="0">
                <a:latin typeface="+mn-lt"/>
              </a:rPr>
              <a:t>Name der Präsentation und Untertitel:</a:t>
            </a:r>
            <a:br>
              <a:rPr lang="de-CH" sz="1400" i="1" dirty="0">
                <a:latin typeface="+mn-lt"/>
              </a:rPr>
            </a:br>
            <a:r>
              <a:rPr lang="de-CH" sz="1400" i="1" dirty="0">
                <a:latin typeface="+mn-lt"/>
                <a:sym typeface="Wingdings 3" panose="05040102010807070707" pitchFamily="18" charset="2"/>
              </a:rPr>
              <a:t></a:t>
            </a:r>
            <a:r>
              <a:rPr lang="de-CH" sz="1400" i="1" dirty="0">
                <a:latin typeface="+mn-lt"/>
                <a:sym typeface="Wingdings" panose="05000000000000000000" pitchFamily="2" charset="2"/>
              </a:rPr>
              <a:t> </a:t>
            </a:r>
            <a:r>
              <a:rPr lang="de-CH" sz="1400" b="0" i="1" dirty="0">
                <a:latin typeface="+mn-lt"/>
                <a:sym typeface="Wingdings" panose="05000000000000000000" pitchFamily="2" charset="2"/>
              </a:rPr>
              <a:t>Register</a:t>
            </a:r>
            <a:r>
              <a:rPr lang="de-CH" sz="1400" b="1" i="1" dirty="0">
                <a:latin typeface="+mn-lt"/>
                <a:sym typeface="Wingdings" panose="05000000000000000000" pitchFamily="2" charset="2"/>
              </a:rPr>
              <a:t> Einfügen </a:t>
            </a:r>
            <a:r>
              <a:rPr lang="de-CH" sz="1400" i="1" dirty="0">
                <a:latin typeface="+mn-lt"/>
                <a:sym typeface="Wingdings 3" panose="05040102010807070707" pitchFamily="18" charset="2"/>
              </a:rPr>
              <a:t></a:t>
            </a:r>
            <a:r>
              <a:rPr lang="de-CH" sz="1400" i="1" dirty="0">
                <a:latin typeface="+mn-lt"/>
                <a:sym typeface="Wingdings" panose="05000000000000000000" pitchFamily="2" charset="2"/>
              </a:rPr>
              <a:t> Kopf- und Fusszeile </a:t>
            </a:r>
            <a:r>
              <a:rPr lang="de-CH" sz="1400" i="1" dirty="0">
                <a:latin typeface="+mn-lt"/>
                <a:sym typeface="Wingdings 3" panose="05040102010807070707" pitchFamily="18" charset="2"/>
              </a:rPr>
              <a:t></a:t>
            </a:r>
            <a:r>
              <a:rPr lang="de-CH" sz="1400" i="1" dirty="0">
                <a:latin typeface="+mn-lt"/>
                <a:sym typeface="Wingdings" panose="05000000000000000000" pitchFamily="2" charset="2"/>
              </a:rPr>
              <a:t> Präsentationsname und ev. Untertitel erfassen</a:t>
            </a:r>
          </a:p>
          <a:p>
            <a:pPr marL="0" indent="0">
              <a:buNone/>
            </a:pPr>
            <a:endParaRPr lang="de-CH" sz="1400" i="1" dirty="0">
              <a:latin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de-CH" sz="1400" b="0" i="1" dirty="0">
                <a:latin typeface="+mn-lt"/>
                <a:sym typeface="Wingdings" panose="05000000000000000000" pitchFamily="2" charset="2"/>
              </a:rPr>
              <a:t>Falls nötig </a:t>
            </a:r>
            <a:r>
              <a:rPr lang="de-CH" sz="1400" b="1" i="1" dirty="0">
                <a:latin typeface="+mn-lt"/>
                <a:sym typeface="Wingdings" panose="05000000000000000000" pitchFamily="2" charset="2"/>
              </a:rPr>
              <a:t>Name Autor in Fusszeile ändern: </a:t>
            </a:r>
            <a:r>
              <a:rPr lang="de-CH" sz="1400" i="1" kern="1200" dirty="0">
                <a:solidFill>
                  <a:schemeClr val="tx1"/>
                </a:solidFill>
                <a:latin typeface="Times" pitchFamily="18" charset="0"/>
                <a:ea typeface="+mn-ea"/>
                <a:cs typeface="+mn-cs"/>
                <a:sym typeface="Wingdings 3" panose="05040102010807070707" pitchFamily="18" charset="2"/>
              </a:rPr>
              <a:t> </a:t>
            </a:r>
            <a:r>
              <a:rPr lang="de-CH" sz="1400" i="1" dirty="0">
                <a:latin typeface="+mn-lt"/>
                <a:sym typeface="Wingdings" panose="05000000000000000000" pitchFamily="2" charset="2"/>
              </a:rPr>
              <a:t>Register </a:t>
            </a:r>
            <a:r>
              <a:rPr lang="de-CH" sz="1400" b="1" i="1" dirty="0">
                <a:latin typeface="+mn-lt"/>
                <a:sym typeface="Wingdings" panose="05000000000000000000" pitchFamily="2" charset="2"/>
              </a:rPr>
              <a:t>Ansicht</a:t>
            </a:r>
            <a:r>
              <a:rPr lang="de-CH" sz="1400" i="1" dirty="0">
                <a:latin typeface="+mn-lt"/>
                <a:sym typeface="Wingdings" panose="05000000000000000000" pitchFamily="2" charset="2"/>
              </a:rPr>
              <a:t> </a:t>
            </a:r>
            <a:r>
              <a:rPr lang="de-CH" sz="1400" i="1" kern="1200" dirty="0">
                <a:solidFill>
                  <a:schemeClr val="tx1"/>
                </a:solidFill>
                <a:latin typeface="Times" pitchFamily="18" charset="0"/>
                <a:ea typeface="+mn-ea"/>
                <a:cs typeface="+mn-cs"/>
                <a:sym typeface="Wingdings 3" panose="05040102010807070707" pitchFamily="18" charset="2"/>
              </a:rPr>
              <a:t></a:t>
            </a:r>
            <a:r>
              <a:rPr lang="de-CH" sz="1400" i="1" dirty="0">
                <a:latin typeface="+mn-lt"/>
                <a:sym typeface="Wingdings" panose="05000000000000000000" pitchFamily="2" charset="2"/>
              </a:rPr>
              <a:t> </a:t>
            </a:r>
            <a:r>
              <a:rPr lang="de-CH" sz="1400" b="1" i="1" dirty="0">
                <a:latin typeface="+mn-lt"/>
                <a:sym typeface="Wingdings" panose="05000000000000000000" pitchFamily="2" charset="2"/>
              </a:rPr>
              <a:t>Folienmaster</a:t>
            </a:r>
            <a:endParaRPr lang="de-CH" sz="1400" b="1" i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64893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sseite + Logo + Hierarchiestuf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36147" y="1154291"/>
            <a:ext cx="9970069" cy="900000"/>
          </a:xfrm>
        </p:spPr>
        <p:txBody>
          <a:bodyPr/>
          <a:lstStyle/>
          <a:p>
            <a:r>
              <a:rPr lang="de-DE" dirty="1"/>
              <a:t>Titelmasterformat durch Klicken bearbeiten</a:t>
            </a:r>
            <a:endParaRPr lang="de-CH" dirty="0"/>
          </a:p>
        </p:txBody>
      </p:sp>
      <p:sp>
        <p:nvSpPr>
          <p:cNvPr id="12" name="Inhaltsplatzhalter 3"/>
          <p:cNvSpPr>
            <a:spLocks noGrp="1"/>
          </p:cNvSpPr>
          <p:nvPr>
            <p:ph sz="quarter" idx="13"/>
          </p:nvPr>
        </p:nvSpPr>
        <p:spPr>
          <a:xfrm>
            <a:off x="1727201" y="2320065"/>
            <a:ext cx="9979231" cy="3664811"/>
          </a:xfrm>
        </p:spPr>
        <p:txBody>
          <a:bodyPr/>
          <a:lstStyle/>
          <a:p>
            <a:pPr lvl="0"/>
            <a:r>
              <a:rPr lang="de-CH" noProof="0" dirty="1"/>
              <a:t>Formatvorlagen des Textmasters bearbeiten</a:t>
            </a:r>
          </a:p>
          <a:p>
            <a:pPr lvl="1"/>
            <a:r>
              <a:rPr lang="de-CH" noProof="0" dirty="1"/>
              <a:t>Zweite Ebene</a:t>
            </a:r>
          </a:p>
          <a:p>
            <a:pPr lvl="2"/>
            <a:r>
              <a:rPr lang="de-CH" noProof="0" dirty="1"/>
              <a:t>Dritte Ebene</a:t>
            </a:r>
          </a:p>
          <a:p>
            <a:pPr lvl="3"/>
            <a:r>
              <a:rPr lang="de-CH" noProof="0" dirty="1"/>
              <a:t>Vierte Ebene</a:t>
            </a:r>
          </a:p>
          <a:p>
            <a:pPr lvl="4"/>
            <a:r>
              <a:rPr lang="de-CH" noProof="0" dirty="1"/>
              <a:t>Fünfte Ebene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D21FFDD-132D-4B5B-AD6B-BCC06A41D268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4" name="Line 40"/>
          <p:cNvSpPr>
            <a:spLocks noChangeShapeType="1"/>
          </p:cNvSpPr>
          <p:nvPr userDrawn="1"/>
        </p:nvSpPr>
        <p:spPr bwMode="auto">
          <a:xfrm flipH="1">
            <a:off x="1727199" y="6263172"/>
            <a:ext cx="998643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CH" sz="2400"/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9" t="4211" r="4866" b="11776"/>
          <a:stretch/>
        </p:blipFill>
        <p:spPr>
          <a:xfrm>
            <a:off x="1363051" y="349111"/>
            <a:ext cx="1997076" cy="509588"/>
          </a:xfrm>
          <a:prstGeom prst="rect">
            <a:avLst/>
          </a:prstGeom>
        </p:spPr>
      </p:pic>
      <p:sp>
        <p:nvSpPr>
          <p:cNvPr id="15" name="Text Box 32"/>
          <p:cNvSpPr txBox="1">
            <a:spLocks noChangeArrowheads="1"/>
          </p:cNvSpPr>
          <p:nvPr userDrawn="1"/>
        </p:nvSpPr>
        <p:spPr bwMode="auto">
          <a:xfrm>
            <a:off x="4572000" y="349113"/>
            <a:ext cx="6724891" cy="5042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de-CH" sz="800" b="0" dirty="1">
                <a:latin typeface="Arial" charset="0"/>
              </a:rPr>
              <a:t> </a:t>
            </a:r>
            <a:endParaRPr lang="de-CH" sz="800" b="0" dirty="0">
              <a:latin typeface="Arial" charset="0"/>
            </a:endParaRPr>
          </a:p>
          <a:p>
            <a:pPr marL="0" marR="0" lvl="0" indent="0" algn="l" defTabSz="914377" rtl="0" eaLnBrk="0" fontAlgn="base" latinLnBrk="0" hangingPunct="0">
              <a:lnSpc>
                <a:spcPts val="1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CH" sz="800" b="1" dirty="1">
                <a:latin typeface="Arial" charset="0"/>
              </a:rPr>
              <a:t> </a:t>
            </a:r>
          </a:p>
          <a:p>
            <a:pPr marL="0" marR="0" lvl="0" indent="0" algn="l" defTabSz="914377" rtl="0" eaLnBrk="0" fontAlgn="base" latinLnBrk="0" hangingPunct="0">
              <a:lnSpc>
                <a:spcPts val="1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</a:p>
          <a:p>
            <a:pPr marL="0" marR="0" lvl="0" indent="0" algn="l" defTabSz="914377" rtl="0" eaLnBrk="0" fontAlgn="base" latinLnBrk="0" hangingPunct="0">
              <a:lnSpc>
                <a:spcPts val="1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CH" sz="800" b="0" dirty="0">
              <a:latin typeface="Arial" charset="0"/>
            </a:endParaRP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BF4476CA-B282-79B1-87AA-F02BC01B9385}"/>
              </a:ext>
            </a:extLst>
          </p:cNvPr>
          <p:cNvSpPr txBox="1">
            <a:spLocks/>
          </p:cNvSpPr>
          <p:nvPr userDrawn="1"/>
        </p:nvSpPr>
        <p:spPr>
          <a:xfrm>
            <a:off x="1727201" y="6525536"/>
            <a:ext cx="7496312" cy="172060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 eaLnBrk="1" fontAlgn="base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69875" algn="l" rtl="0" eaLnBrk="1" fontAlgn="base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</a:defRPr>
            </a:lvl2pPr>
            <a:lvl3pPr marL="806450" indent="-268288" algn="l" rtl="0" eaLnBrk="1" fontAlgn="base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</a:defRPr>
            </a:lvl3pPr>
            <a:lvl4pPr marL="1076325" indent="-269875" algn="l" rtl="0" eaLnBrk="1" fontAlgn="base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</a:defRPr>
            </a:lvl4pPr>
            <a:lvl5pPr marL="1344613" indent="-268288" algn="l" rtl="0" eaLnBrk="1" fontAlgn="base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de-CH" sz="900" b="1" baseline="0" dirty="1">
                <a:latin typeface="Arial" charset="0"/>
              </a:rPr>
              <a:t> / </a:t>
            </a:r>
            <a:r>
              <a:rPr lang="de-CH" sz="900" b="1" baseline="0" dirty="1">
                <a:latin typeface="Arial" charset="0"/>
              </a:rPr>
              <a:t> / </a:t>
            </a:r>
            <a:r>
              <a:rPr lang="de-CH" sz="900" baseline="0" dirty="1">
                <a:latin typeface="+mn-lt"/>
              </a:rPr>
              <a:t> </a:t>
            </a:r>
            <a:r>
              <a:rPr lang="de-CH" sz="900" b="0" kern="1200" dirty="1">
                <a:latin typeface="+mn-lt"/>
              </a:rPr>
              <a:t> </a:t>
            </a:r>
            <a:endParaRPr lang="de-CH" sz="900" b="0" baseline="0" dirty="0">
              <a:latin typeface="+mn-lt"/>
            </a:endParaRPr>
          </a:p>
        </p:txBody>
      </p:sp>
      <p:sp>
        <p:nvSpPr>
          <p:cNvPr id="7" name="Fußzeilenplatzhalter 3">
            <a:extLst>
              <a:ext uri="{FF2B5EF4-FFF2-40B4-BE49-F238E27FC236}">
                <a16:creationId xmlns:a16="http://schemas.microsoft.com/office/drawing/2014/main" id="{2CA7AD36-6031-0511-EBEC-09113C2C2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27201" y="6340500"/>
            <a:ext cx="5771777" cy="172061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lnSpc>
                <a:spcPts val="1200"/>
              </a:lnSpc>
              <a:defRPr sz="9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CH" dirty="1"/>
              <a:t>Name der Präsentation • Untertitel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88DA712-4DCB-B8F6-7EE7-9A42B6030E0C}"/>
              </a:ext>
            </a:extLst>
          </p:cNvPr>
          <p:cNvSpPr txBox="1"/>
          <p:nvPr userDrawn="1"/>
        </p:nvSpPr>
        <p:spPr>
          <a:xfrm>
            <a:off x="1363050" y="-877676"/>
            <a:ext cx="9220135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buNone/>
            </a:pPr>
            <a:r>
              <a:rPr lang="de-CH" sz="1400" b="1" i="1" dirty="1">
                <a:latin typeface="+mn-lt"/>
              </a:rPr>
              <a:t>Name der Präsentation und Untertitel:</a:t>
            </a:r>
            <a:br>
              <a:rPr lang="de-CH" sz="1400" i="1" dirty="0">
                <a:latin typeface="+mn-lt"/>
              </a:rPr>
            </a:br>
            <a:r>
              <a:rPr lang="de-CH" sz="1400" i="1" dirty="1">
                <a:latin typeface="+mn-lt"/>
                <a:sym typeface="Wingdings 3" panose="05040102010807070707" pitchFamily="18" charset="2"/>
              </a:rPr>
              <a:t></a:t>
            </a:r>
            <a:r>
              <a:rPr lang="de-CH" sz="1400" i="1" dirty="1">
                <a:latin typeface="+mn-lt"/>
                <a:sym typeface="Wingdings" panose="05000000000000000000" pitchFamily="2" charset="2"/>
              </a:rPr>
              <a:t> </a:t>
            </a:r>
            <a:r>
              <a:rPr lang="de-CH" sz="1400" b="0" i="1" dirty="1">
                <a:latin typeface="+mn-lt"/>
                <a:sym typeface="Wingdings" panose="05000000000000000000" pitchFamily="2" charset="2"/>
              </a:rPr>
              <a:t>Register</a:t>
            </a:r>
            <a:r>
              <a:rPr lang="de-CH" sz="1400" b="1" i="1" dirty="1">
                <a:latin typeface="+mn-lt"/>
                <a:sym typeface="Wingdings" panose="05000000000000000000" pitchFamily="2" charset="2"/>
              </a:rPr>
              <a:t> Einfügen </a:t>
            </a:r>
            <a:r>
              <a:rPr lang="de-CH" sz="1400" i="1" dirty="1">
                <a:latin typeface="+mn-lt"/>
                <a:sym typeface="Wingdings 3" panose="05040102010807070707" pitchFamily="18" charset="2"/>
              </a:rPr>
              <a:t></a:t>
            </a:r>
            <a:r>
              <a:rPr lang="de-CH" sz="1400" i="1" dirty="1">
                <a:latin typeface="+mn-lt"/>
                <a:sym typeface="Wingdings" panose="05000000000000000000" pitchFamily="2" charset="2"/>
              </a:rPr>
              <a:t> Kopf- und Fusszeile </a:t>
            </a:r>
            <a:r>
              <a:rPr lang="de-CH" sz="1400" i="1" dirty="1">
                <a:latin typeface="+mn-lt"/>
                <a:sym typeface="Wingdings 3" panose="05040102010807070707" pitchFamily="18" charset="2"/>
              </a:rPr>
              <a:t></a:t>
            </a:r>
            <a:r>
              <a:rPr lang="de-CH" sz="1400" i="1" dirty="1">
                <a:latin typeface="+mn-lt"/>
                <a:sym typeface="Wingdings" panose="05000000000000000000" pitchFamily="2" charset="2"/>
              </a:rPr>
              <a:t> Präsentationsname und ev. Untertitel erfassen</a:t>
            </a:r>
          </a:p>
          <a:p>
            <a:pPr marL="0" indent="0">
              <a:buNone/>
            </a:pPr>
            <a:endParaRPr lang="de-CH" sz="1400" i="1" dirty="0">
              <a:latin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de-CH" sz="1400" b="0" i="1" dirty="1">
                <a:latin typeface="+mn-lt"/>
                <a:sym typeface="Wingdings" panose="05000000000000000000" pitchFamily="2" charset="2"/>
              </a:rPr>
              <a:t>Falls nötig </a:t>
            </a:r>
            <a:r>
              <a:rPr lang="de-CH" sz="1400" b="1" i="1" dirty="1">
                <a:latin typeface="+mn-lt"/>
                <a:sym typeface="Wingdings" panose="05000000000000000000" pitchFamily="2" charset="2"/>
              </a:rPr>
              <a:t>Name Autor in Fusszeile ändern: </a:t>
            </a:r>
            <a:r>
              <a:rPr lang="de-CH" sz="1400" i="1" kern="1200" dirty="1">
                <a:solidFill>
                  <a:schemeClr val="tx1"/>
                </a:solidFill>
                <a:latin typeface="Times" pitchFamily="18" charset="0"/>
                <a:ea typeface="+mn-ea"/>
                <a:cs typeface="+mn-cs"/>
                <a:sym typeface="Wingdings 3" panose="05040102010807070707" pitchFamily="18" charset="2"/>
              </a:rPr>
              <a:t> </a:t>
            </a:r>
            <a:r>
              <a:rPr lang="de-CH" sz="1400" i="1" dirty="1">
                <a:latin typeface="+mn-lt"/>
                <a:sym typeface="Wingdings" panose="05000000000000000000" pitchFamily="2" charset="2"/>
              </a:rPr>
              <a:t>Register </a:t>
            </a:r>
            <a:r>
              <a:rPr lang="de-CH" sz="1400" b="1" i="1" dirty="1">
                <a:latin typeface="+mn-lt"/>
                <a:sym typeface="Wingdings" panose="05000000000000000000" pitchFamily="2" charset="2"/>
              </a:rPr>
              <a:t>Ansicht</a:t>
            </a:r>
            <a:r>
              <a:rPr lang="de-CH" sz="1400" i="1" dirty="1">
                <a:latin typeface="+mn-lt"/>
                <a:sym typeface="Wingdings" panose="05000000000000000000" pitchFamily="2" charset="2"/>
              </a:rPr>
              <a:t> </a:t>
            </a:r>
            <a:r>
              <a:rPr lang="de-CH" sz="1400" i="1" kern="1200" dirty="1">
                <a:solidFill>
                  <a:schemeClr val="tx1"/>
                </a:solidFill>
                <a:latin typeface="Times" pitchFamily="18" charset="0"/>
                <a:ea typeface="+mn-ea"/>
                <a:cs typeface="+mn-cs"/>
                <a:sym typeface="Wingdings 3" panose="05040102010807070707" pitchFamily="18" charset="2"/>
              </a:rPr>
              <a:t></a:t>
            </a:r>
            <a:r>
              <a:rPr lang="de-CH" sz="1400" i="1" dirty="1">
                <a:latin typeface="+mn-lt"/>
                <a:sym typeface="Wingdings" panose="05000000000000000000" pitchFamily="2" charset="2"/>
              </a:rPr>
              <a:t> </a:t>
            </a:r>
            <a:r>
              <a:rPr lang="de-CH" sz="1400" b="1" i="1" dirty="1">
                <a:latin typeface="+mn-lt"/>
                <a:sym typeface="Wingdings" panose="05000000000000000000" pitchFamily="2" charset="2"/>
              </a:rPr>
              <a:t>Folienmaster</a:t>
            </a:r>
            <a:endParaRPr lang="de-CH" sz="1400" b="1" i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975869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Titelmasterformat durch Klicken bearbeiten</a:t>
            </a:r>
          </a:p>
        </p:txBody>
      </p:sp>
      <p:sp>
        <p:nvSpPr>
          <p:cNvPr id="5" name="Inhaltsplatzhalter 2"/>
          <p:cNvSpPr>
            <a:spLocks noGrp="1"/>
          </p:cNvSpPr>
          <p:nvPr>
            <p:ph idx="1"/>
          </p:nvPr>
        </p:nvSpPr>
        <p:spPr>
          <a:xfrm>
            <a:off x="1727201" y="1449389"/>
            <a:ext cx="4896000" cy="4526612"/>
          </a:xfrm>
        </p:spPr>
        <p:txBody>
          <a:bodyPr/>
          <a:lstStyle/>
          <a:p>
            <a:pPr lvl="0"/>
            <a:r>
              <a:rPr lang="de-CH" noProof="0" dirty="0"/>
              <a:t>Formatvorlagen des Textmasters bearbeiten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7" name="Inhaltsplatzhalter 2"/>
          <p:cNvSpPr>
            <a:spLocks noGrp="1"/>
          </p:cNvSpPr>
          <p:nvPr>
            <p:ph idx="10"/>
          </p:nvPr>
        </p:nvSpPr>
        <p:spPr>
          <a:xfrm>
            <a:off x="6817360" y="1449389"/>
            <a:ext cx="4896000" cy="4526612"/>
          </a:xfrm>
        </p:spPr>
        <p:txBody>
          <a:bodyPr/>
          <a:lstStyle/>
          <a:p>
            <a:pPr lvl="0"/>
            <a:r>
              <a:rPr lang="de-CH" noProof="0" dirty="0"/>
              <a:t>Formatvorlagen des Textmasters bearbeiten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D21FFDD-132D-4B5B-AD6B-BCC06A41D268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5398CBE2-0B25-5F75-279D-554B2B3093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27201" y="6340500"/>
            <a:ext cx="5771777" cy="172061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lnSpc>
                <a:spcPts val="1200"/>
              </a:lnSpc>
              <a:defRPr sz="9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CH" dirty="0"/>
              <a:t>Name der Präsentation • Untertitel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8030D40-C62E-36C7-5F79-E5FC79278C1C}"/>
              </a:ext>
            </a:extLst>
          </p:cNvPr>
          <p:cNvSpPr txBox="1"/>
          <p:nvPr userDrawn="1"/>
        </p:nvSpPr>
        <p:spPr>
          <a:xfrm>
            <a:off x="1363050" y="-877676"/>
            <a:ext cx="9220135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buNone/>
            </a:pPr>
            <a:r>
              <a:rPr lang="de-CH" sz="1400" b="1" i="1" dirty="0">
                <a:latin typeface="+mn-lt"/>
              </a:rPr>
              <a:t>Name der Präsentation und Untertitel:</a:t>
            </a:r>
            <a:br>
              <a:rPr lang="de-CH" sz="1400" i="1" dirty="0">
                <a:latin typeface="+mn-lt"/>
              </a:rPr>
            </a:br>
            <a:r>
              <a:rPr lang="de-CH" sz="1400" i="1" dirty="0">
                <a:latin typeface="+mn-lt"/>
                <a:sym typeface="Wingdings 3" panose="05040102010807070707" pitchFamily="18" charset="2"/>
              </a:rPr>
              <a:t></a:t>
            </a:r>
            <a:r>
              <a:rPr lang="de-CH" sz="1400" i="1" dirty="0">
                <a:latin typeface="+mn-lt"/>
                <a:sym typeface="Wingdings" panose="05000000000000000000" pitchFamily="2" charset="2"/>
              </a:rPr>
              <a:t> </a:t>
            </a:r>
            <a:r>
              <a:rPr lang="de-CH" sz="1400" b="0" i="1" dirty="0">
                <a:latin typeface="+mn-lt"/>
                <a:sym typeface="Wingdings" panose="05000000000000000000" pitchFamily="2" charset="2"/>
              </a:rPr>
              <a:t>Register</a:t>
            </a:r>
            <a:r>
              <a:rPr lang="de-CH" sz="1400" b="1" i="1" dirty="0">
                <a:latin typeface="+mn-lt"/>
                <a:sym typeface="Wingdings" panose="05000000000000000000" pitchFamily="2" charset="2"/>
              </a:rPr>
              <a:t> Einfügen </a:t>
            </a:r>
            <a:r>
              <a:rPr lang="de-CH" sz="1400" i="1" dirty="0">
                <a:latin typeface="+mn-lt"/>
                <a:sym typeface="Wingdings 3" panose="05040102010807070707" pitchFamily="18" charset="2"/>
              </a:rPr>
              <a:t></a:t>
            </a:r>
            <a:r>
              <a:rPr lang="de-CH" sz="1400" i="1" dirty="0">
                <a:latin typeface="+mn-lt"/>
                <a:sym typeface="Wingdings" panose="05000000000000000000" pitchFamily="2" charset="2"/>
              </a:rPr>
              <a:t> Kopf- und Fusszeile </a:t>
            </a:r>
            <a:r>
              <a:rPr lang="de-CH" sz="1400" i="1" dirty="0">
                <a:latin typeface="+mn-lt"/>
                <a:sym typeface="Wingdings 3" panose="05040102010807070707" pitchFamily="18" charset="2"/>
              </a:rPr>
              <a:t></a:t>
            </a:r>
            <a:r>
              <a:rPr lang="de-CH" sz="1400" i="1" dirty="0">
                <a:latin typeface="+mn-lt"/>
                <a:sym typeface="Wingdings" panose="05000000000000000000" pitchFamily="2" charset="2"/>
              </a:rPr>
              <a:t> Präsentationsname und ev. Untertitel erfassen</a:t>
            </a:r>
          </a:p>
          <a:p>
            <a:pPr marL="0" indent="0">
              <a:buNone/>
            </a:pPr>
            <a:endParaRPr lang="de-CH" sz="1400" i="1" dirty="0">
              <a:latin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de-CH" sz="1400" b="0" i="1" dirty="0">
                <a:latin typeface="+mn-lt"/>
                <a:sym typeface="Wingdings" panose="05000000000000000000" pitchFamily="2" charset="2"/>
              </a:rPr>
              <a:t>Falls nötig </a:t>
            </a:r>
            <a:r>
              <a:rPr lang="de-CH" sz="1400" b="1" i="1" dirty="0">
                <a:latin typeface="+mn-lt"/>
                <a:sym typeface="Wingdings" panose="05000000000000000000" pitchFamily="2" charset="2"/>
              </a:rPr>
              <a:t>Name Autor in Fusszeile ändern: </a:t>
            </a:r>
            <a:r>
              <a:rPr lang="de-CH" sz="1400" i="1" kern="1200" dirty="0">
                <a:solidFill>
                  <a:schemeClr val="tx1"/>
                </a:solidFill>
                <a:latin typeface="Times" pitchFamily="18" charset="0"/>
                <a:ea typeface="+mn-ea"/>
                <a:cs typeface="+mn-cs"/>
                <a:sym typeface="Wingdings 3" panose="05040102010807070707" pitchFamily="18" charset="2"/>
              </a:rPr>
              <a:t> </a:t>
            </a:r>
            <a:r>
              <a:rPr lang="de-CH" sz="1400" i="1" dirty="0">
                <a:latin typeface="+mn-lt"/>
                <a:sym typeface="Wingdings" panose="05000000000000000000" pitchFamily="2" charset="2"/>
              </a:rPr>
              <a:t>Register </a:t>
            </a:r>
            <a:r>
              <a:rPr lang="de-CH" sz="1400" b="1" i="1" dirty="0">
                <a:latin typeface="+mn-lt"/>
                <a:sym typeface="Wingdings" panose="05000000000000000000" pitchFamily="2" charset="2"/>
              </a:rPr>
              <a:t>Ansicht</a:t>
            </a:r>
            <a:r>
              <a:rPr lang="de-CH" sz="1400" i="1" dirty="0">
                <a:latin typeface="+mn-lt"/>
                <a:sym typeface="Wingdings" panose="05000000000000000000" pitchFamily="2" charset="2"/>
              </a:rPr>
              <a:t> </a:t>
            </a:r>
            <a:r>
              <a:rPr lang="de-CH" sz="1400" i="1" kern="1200" dirty="0">
                <a:solidFill>
                  <a:schemeClr val="tx1"/>
                </a:solidFill>
                <a:latin typeface="Times" pitchFamily="18" charset="0"/>
                <a:ea typeface="+mn-ea"/>
                <a:cs typeface="+mn-cs"/>
                <a:sym typeface="Wingdings 3" panose="05040102010807070707" pitchFamily="18" charset="2"/>
              </a:rPr>
              <a:t></a:t>
            </a:r>
            <a:r>
              <a:rPr lang="de-CH" sz="1400" i="1" dirty="0">
                <a:latin typeface="+mn-lt"/>
                <a:sym typeface="Wingdings" panose="05000000000000000000" pitchFamily="2" charset="2"/>
              </a:rPr>
              <a:t> </a:t>
            </a:r>
            <a:r>
              <a:rPr lang="de-CH" sz="1400" b="1" i="1" dirty="0">
                <a:latin typeface="+mn-lt"/>
                <a:sym typeface="Wingdings" panose="05000000000000000000" pitchFamily="2" charset="2"/>
              </a:rPr>
              <a:t>Folienmaster</a:t>
            </a:r>
            <a:endParaRPr lang="de-CH" sz="1400" b="1" i="1" dirty="0">
              <a:latin typeface="+mn-l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Titelmasterformat durch Klicken bearbeiten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1FFDD-132D-4B5B-AD6B-BCC06A41D268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5" name="Fußzeilenplatzhalter 3">
            <a:extLst>
              <a:ext uri="{FF2B5EF4-FFF2-40B4-BE49-F238E27FC236}">
                <a16:creationId xmlns:a16="http://schemas.microsoft.com/office/drawing/2014/main" id="{35484F4F-E235-70D4-2BCE-DB317945D5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27201" y="6340500"/>
            <a:ext cx="5771777" cy="172061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lnSpc>
                <a:spcPts val="1200"/>
              </a:lnSpc>
              <a:defRPr sz="9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CH" dirty="0"/>
              <a:t>Name der Präsentation • Untertitel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D8EE018-2CF2-1357-E844-E2CA44889D0D}"/>
              </a:ext>
            </a:extLst>
          </p:cNvPr>
          <p:cNvSpPr txBox="1"/>
          <p:nvPr userDrawn="1"/>
        </p:nvSpPr>
        <p:spPr>
          <a:xfrm>
            <a:off x="1363050" y="-877676"/>
            <a:ext cx="9220135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buNone/>
            </a:pPr>
            <a:r>
              <a:rPr lang="de-CH" sz="1400" b="1" i="1" dirty="0">
                <a:latin typeface="+mn-lt"/>
              </a:rPr>
              <a:t>Name der Präsentation und Untertitel:</a:t>
            </a:r>
            <a:br>
              <a:rPr lang="de-CH" sz="1400" i="1" dirty="0">
                <a:latin typeface="+mn-lt"/>
              </a:rPr>
            </a:br>
            <a:r>
              <a:rPr lang="de-CH" sz="1400" i="1" dirty="0">
                <a:latin typeface="+mn-lt"/>
                <a:sym typeface="Wingdings 3" panose="05040102010807070707" pitchFamily="18" charset="2"/>
              </a:rPr>
              <a:t></a:t>
            </a:r>
            <a:r>
              <a:rPr lang="de-CH" sz="1400" i="1" dirty="0">
                <a:latin typeface="+mn-lt"/>
                <a:sym typeface="Wingdings" panose="05000000000000000000" pitchFamily="2" charset="2"/>
              </a:rPr>
              <a:t> </a:t>
            </a:r>
            <a:r>
              <a:rPr lang="de-CH" sz="1400" b="0" i="1" dirty="0">
                <a:latin typeface="+mn-lt"/>
                <a:sym typeface="Wingdings" panose="05000000000000000000" pitchFamily="2" charset="2"/>
              </a:rPr>
              <a:t>Register</a:t>
            </a:r>
            <a:r>
              <a:rPr lang="de-CH" sz="1400" b="1" i="1" dirty="0">
                <a:latin typeface="+mn-lt"/>
                <a:sym typeface="Wingdings" panose="05000000000000000000" pitchFamily="2" charset="2"/>
              </a:rPr>
              <a:t> Einfügen </a:t>
            </a:r>
            <a:r>
              <a:rPr lang="de-CH" sz="1400" i="1" dirty="0">
                <a:latin typeface="+mn-lt"/>
                <a:sym typeface="Wingdings 3" panose="05040102010807070707" pitchFamily="18" charset="2"/>
              </a:rPr>
              <a:t></a:t>
            </a:r>
            <a:r>
              <a:rPr lang="de-CH" sz="1400" i="1" dirty="0">
                <a:latin typeface="+mn-lt"/>
                <a:sym typeface="Wingdings" panose="05000000000000000000" pitchFamily="2" charset="2"/>
              </a:rPr>
              <a:t> Kopf- und Fusszeile </a:t>
            </a:r>
            <a:r>
              <a:rPr lang="de-CH" sz="1400" i="1" dirty="0">
                <a:latin typeface="+mn-lt"/>
                <a:sym typeface="Wingdings 3" panose="05040102010807070707" pitchFamily="18" charset="2"/>
              </a:rPr>
              <a:t></a:t>
            </a:r>
            <a:r>
              <a:rPr lang="de-CH" sz="1400" i="1" dirty="0">
                <a:latin typeface="+mn-lt"/>
                <a:sym typeface="Wingdings" panose="05000000000000000000" pitchFamily="2" charset="2"/>
              </a:rPr>
              <a:t> Präsentationsname und ev. Untertitel erfassen</a:t>
            </a:r>
          </a:p>
          <a:p>
            <a:pPr marL="0" indent="0">
              <a:buNone/>
            </a:pPr>
            <a:endParaRPr lang="de-CH" sz="1400" i="1" dirty="0">
              <a:latin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de-CH" sz="1400" b="0" i="1" dirty="0">
                <a:latin typeface="+mn-lt"/>
                <a:sym typeface="Wingdings" panose="05000000000000000000" pitchFamily="2" charset="2"/>
              </a:rPr>
              <a:t>Falls nötig </a:t>
            </a:r>
            <a:r>
              <a:rPr lang="de-CH" sz="1400" b="1" i="1" dirty="0">
                <a:latin typeface="+mn-lt"/>
                <a:sym typeface="Wingdings" panose="05000000000000000000" pitchFamily="2" charset="2"/>
              </a:rPr>
              <a:t>Name Autor in Fusszeile ändern: </a:t>
            </a:r>
            <a:r>
              <a:rPr lang="de-CH" sz="1400" i="1" kern="1200" dirty="0">
                <a:solidFill>
                  <a:schemeClr val="tx1"/>
                </a:solidFill>
                <a:latin typeface="Times" pitchFamily="18" charset="0"/>
                <a:ea typeface="+mn-ea"/>
                <a:cs typeface="+mn-cs"/>
                <a:sym typeface="Wingdings 3" panose="05040102010807070707" pitchFamily="18" charset="2"/>
              </a:rPr>
              <a:t> </a:t>
            </a:r>
            <a:r>
              <a:rPr lang="de-CH" sz="1400" i="1" dirty="0">
                <a:latin typeface="+mn-lt"/>
                <a:sym typeface="Wingdings" panose="05000000000000000000" pitchFamily="2" charset="2"/>
              </a:rPr>
              <a:t>Register </a:t>
            </a:r>
            <a:r>
              <a:rPr lang="de-CH" sz="1400" b="1" i="1" dirty="0">
                <a:latin typeface="+mn-lt"/>
                <a:sym typeface="Wingdings" panose="05000000000000000000" pitchFamily="2" charset="2"/>
              </a:rPr>
              <a:t>Ansicht</a:t>
            </a:r>
            <a:r>
              <a:rPr lang="de-CH" sz="1400" i="1" dirty="0">
                <a:latin typeface="+mn-lt"/>
                <a:sym typeface="Wingdings" panose="05000000000000000000" pitchFamily="2" charset="2"/>
              </a:rPr>
              <a:t> </a:t>
            </a:r>
            <a:r>
              <a:rPr lang="de-CH" sz="1400" i="1" kern="1200" dirty="0">
                <a:solidFill>
                  <a:schemeClr val="tx1"/>
                </a:solidFill>
                <a:latin typeface="Times" pitchFamily="18" charset="0"/>
                <a:ea typeface="+mn-ea"/>
                <a:cs typeface="+mn-cs"/>
                <a:sym typeface="Wingdings 3" panose="05040102010807070707" pitchFamily="18" charset="2"/>
              </a:rPr>
              <a:t></a:t>
            </a:r>
            <a:r>
              <a:rPr lang="de-CH" sz="1400" i="1" dirty="0">
                <a:latin typeface="+mn-lt"/>
                <a:sym typeface="Wingdings" panose="05000000000000000000" pitchFamily="2" charset="2"/>
              </a:rPr>
              <a:t> </a:t>
            </a:r>
            <a:r>
              <a:rPr lang="de-CH" sz="1400" b="1" i="1" dirty="0">
                <a:latin typeface="+mn-lt"/>
                <a:sym typeface="Wingdings" panose="05000000000000000000" pitchFamily="2" charset="2"/>
              </a:rPr>
              <a:t>Folienmaster</a:t>
            </a:r>
            <a:endParaRPr lang="de-CH" sz="1400" b="1" i="1" dirty="0">
              <a:latin typeface="+mn-l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1FFDD-132D-4B5B-AD6B-BCC06A41D268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DC900C5-8841-6750-9657-9CCF48DEFB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27201" y="6340500"/>
            <a:ext cx="5771777" cy="172061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lnSpc>
                <a:spcPts val="1200"/>
              </a:lnSpc>
              <a:defRPr sz="9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CH" dirty="0"/>
              <a:t>Name der Präsentation • Untertitel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B4D8D55-2821-FFE2-FFBC-18A7D2AA7616}"/>
              </a:ext>
            </a:extLst>
          </p:cNvPr>
          <p:cNvSpPr txBox="1"/>
          <p:nvPr userDrawn="1"/>
        </p:nvSpPr>
        <p:spPr>
          <a:xfrm>
            <a:off x="1363050" y="-877676"/>
            <a:ext cx="9220135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buNone/>
            </a:pPr>
            <a:r>
              <a:rPr lang="de-CH" sz="1400" b="1" i="1" dirty="0">
                <a:latin typeface="+mn-lt"/>
              </a:rPr>
              <a:t>Name der Präsentation und Untertitel:</a:t>
            </a:r>
            <a:br>
              <a:rPr lang="de-CH" sz="1400" i="1" dirty="0">
                <a:latin typeface="+mn-lt"/>
              </a:rPr>
            </a:br>
            <a:r>
              <a:rPr lang="de-CH" sz="1400" i="1" dirty="0">
                <a:latin typeface="+mn-lt"/>
                <a:sym typeface="Wingdings 3" panose="05040102010807070707" pitchFamily="18" charset="2"/>
              </a:rPr>
              <a:t></a:t>
            </a:r>
            <a:r>
              <a:rPr lang="de-CH" sz="1400" i="1" dirty="0">
                <a:latin typeface="+mn-lt"/>
                <a:sym typeface="Wingdings" panose="05000000000000000000" pitchFamily="2" charset="2"/>
              </a:rPr>
              <a:t> </a:t>
            </a:r>
            <a:r>
              <a:rPr lang="de-CH" sz="1400" b="0" i="1" dirty="0">
                <a:latin typeface="+mn-lt"/>
                <a:sym typeface="Wingdings" panose="05000000000000000000" pitchFamily="2" charset="2"/>
              </a:rPr>
              <a:t>Register</a:t>
            </a:r>
            <a:r>
              <a:rPr lang="de-CH" sz="1400" b="1" i="1" dirty="0">
                <a:latin typeface="+mn-lt"/>
                <a:sym typeface="Wingdings" panose="05000000000000000000" pitchFamily="2" charset="2"/>
              </a:rPr>
              <a:t> Einfügen </a:t>
            </a:r>
            <a:r>
              <a:rPr lang="de-CH" sz="1400" i="1" dirty="0">
                <a:latin typeface="+mn-lt"/>
                <a:sym typeface="Wingdings 3" panose="05040102010807070707" pitchFamily="18" charset="2"/>
              </a:rPr>
              <a:t></a:t>
            </a:r>
            <a:r>
              <a:rPr lang="de-CH" sz="1400" i="1" dirty="0">
                <a:latin typeface="+mn-lt"/>
                <a:sym typeface="Wingdings" panose="05000000000000000000" pitchFamily="2" charset="2"/>
              </a:rPr>
              <a:t> Kopf- und Fusszeile </a:t>
            </a:r>
            <a:r>
              <a:rPr lang="de-CH" sz="1400" i="1" dirty="0">
                <a:latin typeface="+mn-lt"/>
                <a:sym typeface="Wingdings 3" panose="05040102010807070707" pitchFamily="18" charset="2"/>
              </a:rPr>
              <a:t></a:t>
            </a:r>
            <a:r>
              <a:rPr lang="de-CH" sz="1400" i="1" dirty="0">
                <a:latin typeface="+mn-lt"/>
                <a:sym typeface="Wingdings" panose="05000000000000000000" pitchFamily="2" charset="2"/>
              </a:rPr>
              <a:t> Präsentationsname und ev. Untertitel erfassen</a:t>
            </a:r>
          </a:p>
          <a:p>
            <a:pPr marL="0" indent="0">
              <a:buNone/>
            </a:pPr>
            <a:endParaRPr lang="de-CH" sz="1400" i="1" dirty="0">
              <a:latin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de-CH" sz="1400" b="0" i="1" dirty="0">
                <a:latin typeface="+mn-lt"/>
                <a:sym typeface="Wingdings" panose="05000000000000000000" pitchFamily="2" charset="2"/>
              </a:rPr>
              <a:t>Falls nötig </a:t>
            </a:r>
            <a:r>
              <a:rPr lang="de-CH" sz="1400" b="1" i="1" dirty="0">
                <a:latin typeface="+mn-lt"/>
                <a:sym typeface="Wingdings" panose="05000000000000000000" pitchFamily="2" charset="2"/>
              </a:rPr>
              <a:t>Name Autor in Fusszeile ändern: </a:t>
            </a:r>
            <a:r>
              <a:rPr lang="de-CH" sz="1400" i="1" kern="1200" dirty="0">
                <a:solidFill>
                  <a:schemeClr val="tx1"/>
                </a:solidFill>
                <a:latin typeface="Times" pitchFamily="18" charset="0"/>
                <a:ea typeface="+mn-ea"/>
                <a:cs typeface="+mn-cs"/>
                <a:sym typeface="Wingdings 3" panose="05040102010807070707" pitchFamily="18" charset="2"/>
              </a:rPr>
              <a:t> </a:t>
            </a:r>
            <a:r>
              <a:rPr lang="de-CH" sz="1400" i="1" dirty="0">
                <a:latin typeface="+mn-lt"/>
                <a:sym typeface="Wingdings" panose="05000000000000000000" pitchFamily="2" charset="2"/>
              </a:rPr>
              <a:t>Register </a:t>
            </a:r>
            <a:r>
              <a:rPr lang="de-CH" sz="1400" b="1" i="1" dirty="0">
                <a:latin typeface="+mn-lt"/>
                <a:sym typeface="Wingdings" panose="05000000000000000000" pitchFamily="2" charset="2"/>
              </a:rPr>
              <a:t>Ansicht</a:t>
            </a:r>
            <a:r>
              <a:rPr lang="de-CH" sz="1400" i="1" dirty="0">
                <a:latin typeface="+mn-lt"/>
                <a:sym typeface="Wingdings" panose="05000000000000000000" pitchFamily="2" charset="2"/>
              </a:rPr>
              <a:t> </a:t>
            </a:r>
            <a:r>
              <a:rPr lang="de-CH" sz="1400" i="1" kern="1200" dirty="0">
                <a:solidFill>
                  <a:schemeClr val="tx1"/>
                </a:solidFill>
                <a:latin typeface="Times" pitchFamily="18" charset="0"/>
                <a:ea typeface="+mn-ea"/>
                <a:cs typeface="+mn-cs"/>
                <a:sym typeface="Wingdings 3" panose="05040102010807070707" pitchFamily="18" charset="2"/>
              </a:rPr>
              <a:t></a:t>
            </a:r>
            <a:r>
              <a:rPr lang="de-CH" sz="1400" i="1" dirty="0">
                <a:latin typeface="+mn-lt"/>
                <a:sym typeface="Wingdings" panose="05000000000000000000" pitchFamily="2" charset="2"/>
              </a:rPr>
              <a:t> </a:t>
            </a:r>
            <a:r>
              <a:rPr lang="de-CH" sz="1400" b="1" i="1" dirty="0">
                <a:latin typeface="+mn-lt"/>
                <a:sym typeface="Wingdings" panose="05000000000000000000" pitchFamily="2" charset="2"/>
              </a:rPr>
              <a:t>Folienmaster</a:t>
            </a:r>
            <a:endParaRPr lang="de-CH" sz="1400" b="1" i="1" dirty="0">
              <a:latin typeface="+mn-l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2660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2" r:id="rId3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/>
          <p:cNvPicPr>
            <a:picLocks noChangeAspect="1"/>
          </p:cNvPicPr>
          <p:nvPr userDrawn="1"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7" t="4402" r="84985" b="43721"/>
          <a:stretch/>
        </p:blipFill>
        <p:spPr>
          <a:xfrm>
            <a:off x="479426" y="346779"/>
            <a:ext cx="282385" cy="314659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11104836" y="6340499"/>
            <a:ext cx="593619" cy="18158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45720" rtlCol="0" anchor="t"/>
          <a:lstStyle>
            <a:lvl1pPr algn="r">
              <a:lnSpc>
                <a:spcPts val="1000"/>
              </a:lnSpc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7D21FFDD-132D-4B5B-AD6B-BCC06A41D268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051" name="Rectangle 27"/>
          <p:cNvSpPr>
            <a:spLocks noGrp="1" noChangeArrowheads="1"/>
          </p:cNvSpPr>
          <p:nvPr>
            <p:ph type="title"/>
          </p:nvPr>
        </p:nvSpPr>
        <p:spPr bwMode="auto">
          <a:xfrm>
            <a:off x="1727202" y="318584"/>
            <a:ext cx="9972831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de-CH" noProof="0" dirty="0"/>
          </a:p>
        </p:txBody>
      </p:sp>
      <p:sp>
        <p:nvSpPr>
          <p:cNvPr id="1052" name="Rectangle 28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27254" y="1442722"/>
            <a:ext cx="9971201" cy="4533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CH" noProof="0" dirty="1"/>
              <a:t>Klicken Sie, um die Formate des Vorlagentextes zu bearbeiten</a:t>
            </a:r>
          </a:p>
          <a:p>
            <a:pPr lvl="1"/>
            <a:r>
              <a:rPr lang="de-CH" noProof="0" dirty="1"/>
              <a:t>Zweite Ebene</a:t>
            </a:r>
          </a:p>
          <a:p>
            <a:pPr lvl="2"/>
            <a:r>
              <a:rPr lang="de-CH" noProof="0" dirty="1"/>
              <a:t>Dritte Ebene</a:t>
            </a:r>
          </a:p>
          <a:p>
            <a:pPr lvl="3"/>
            <a:r>
              <a:rPr lang="de-CH" noProof="0" dirty="1"/>
              <a:t>Vierte Ebene</a:t>
            </a:r>
          </a:p>
          <a:p>
            <a:pPr lvl="4"/>
            <a:r>
              <a:rPr lang="de-CH" noProof="0" dirty="1"/>
              <a:t>Fünfte Ebene </a:t>
            </a:r>
          </a:p>
        </p:txBody>
      </p:sp>
      <p:sp>
        <p:nvSpPr>
          <p:cNvPr id="1064" name="Line 40"/>
          <p:cNvSpPr>
            <a:spLocks noChangeShapeType="1"/>
          </p:cNvSpPr>
          <p:nvPr/>
        </p:nvSpPr>
        <p:spPr bwMode="auto">
          <a:xfrm flipH="1">
            <a:off x="1727199" y="6263172"/>
            <a:ext cx="998643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CH" sz="240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1727201" y="6340500"/>
            <a:ext cx="5771777" cy="172061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lnSpc>
                <a:spcPts val="1200"/>
              </a:lnSpc>
              <a:defRPr sz="9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CH" dirty="1"/>
              <a:t>Name der Präsentation • Untertitel</a:t>
            </a:r>
            <a:endParaRPr lang="de-CH" dirty="0"/>
          </a:p>
        </p:txBody>
      </p:sp>
      <p:sp>
        <p:nvSpPr>
          <p:cNvPr id="11" name="Textplatzhalter 2"/>
          <p:cNvSpPr txBox="1">
            <a:spLocks/>
          </p:cNvSpPr>
          <p:nvPr userDrawn="1"/>
        </p:nvSpPr>
        <p:spPr>
          <a:xfrm>
            <a:off x="1727201" y="6525536"/>
            <a:ext cx="7496312" cy="172060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 eaLnBrk="1" fontAlgn="base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69875" algn="l" rtl="0" eaLnBrk="1" fontAlgn="base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</a:defRPr>
            </a:lvl2pPr>
            <a:lvl3pPr marL="806450" indent="-268288" algn="l" rtl="0" eaLnBrk="1" fontAlgn="base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</a:defRPr>
            </a:lvl3pPr>
            <a:lvl4pPr marL="1076325" indent="-269875" algn="l" rtl="0" eaLnBrk="1" fontAlgn="base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</a:defRPr>
            </a:lvl4pPr>
            <a:lvl5pPr marL="1344613" indent="-268288" algn="l" rtl="0" eaLnBrk="1" fontAlgn="base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de-CH" sz="900" b="1" baseline="0" dirty="1">
                <a:latin typeface="Arial" charset="0"/>
              </a:rPr>
              <a:t> / </a:t>
            </a:r>
            <a:r>
              <a:rPr lang="de-CH" sz="900" b="1" baseline="0" dirty="1">
                <a:latin typeface="Arial" charset="0"/>
              </a:rPr>
              <a:t> / </a:t>
            </a:r>
            <a:r>
              <a:rPr lang="de-CH" sz="900" baseline="0" dirty="1">
                <a:latin typeface="+mn-lt"/>
              </a:rPr>
              <a:t> </a:t>
            </a:r>
            <a:r>
              <a:rPr lang="de-CH" sz="900" b="0" kern="1200" dirty="1">
                <a:latin typeface="+mn-lt"/>
              </a:rPr>
              <a:t> </a:t>
            </a:r>
            <a:endParaRPr lang="de-CH" sz="900" b="0" baseline="0" dirty="0"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60" r:id="rId3"/>
    <p:sldLayoutId id="2147483661" r:id="rId4"/>
    <p:sldLayoutId id="2147483652" r:id="rId5"/>
    <p:sldLayoutId id="2147483654" r:id="rId6"/>
    <p:sldLayoutId id="2147483655" r:id="rId7"/>
  </p:sldLayoutIdLst>
  <p:hf hdr="0" dt="0"/>
  <p:txStyles>
    <p:titleStyle>
      <a:lvl1pPr algn="l" rtl="0" eaLnBrk="1" fontAlgn="base" hangingPunct="1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5pPr>
      <a:lvl6pPr marL="457189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6pPr>
      <a:lvl7pPr marL="914377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7pPr>
      <a:lvl8pPr marL="1371566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8pPr>
      <a:lvl9pPr marL="1828754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9pPr>
    </p:titleStyle>
    <p:bodyStyle>
      <a:lvl1pPr marL="268281" indent="-268281" algn="l" rtl="0" eaLnBrk="1" fontAlgn="base" hangingPunct="1">
        <a:lnSpc>
          <a:spcPts val="26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538149" indent="-269868" algn="l" rtl="0" eaLnBrk="1" fontAlgn="base" hangingPunct="1">
        <a:lnSpc>
          <a:spcPts val="2600"/>
        </a:lnSpc>
        <a:spcBef>
          <a:spcPts val="0"/>
        </a:spcBef>
        <a:spcAft>
          <a:spcPts val="0"/>
        </a:spcAft>
        <a:buClr>
          <a:schemeClr val="accent6"/>
        </a:buClr>
        <a:buFont typeface="Arial" panose="020B0604020202020204" pitchFamily="34" charset="0"/>
        <a:buChar char="•"/>
        <a:defRPr sz="2100">
          <a:solidFill>
            <a:schemeClr val="tx1"/>
          </a:solidFill>
          <a:latin typeface="+mn-lt"/>
        </a:defRPr>
      </a:lvl2pPr>
      <a:lvl3pPr marL="806431" indent="-268281" algn="l" rtl="0" eaLnBrk="1" fontAlgn="base" hangingPunct="1">
        <a:lnSpc>
          <a:spcPts val="2600"/>
        </a:lnSpc>
        <a:spcBef>
          <a:spcPts val="0"/>
        </a:spcBef>
        <a:spcAft>
          <a:spcPts val="0"/>
        </a:spcAft>
        <a:buClr>
          <a:schemeClr val="accent6"/>
        </a:buClr>
        <a:buFont typeface="Arial" panose="020B0604020202020204" pitchFamily="34" charset="0"/>
        <a:buChar char="•"/>
        <a:defRPr sz="2100">
          <a:solidFill>
            <a:schemeClr val="tx1"/>
          </a:solidFill>
          <a:latin typeface="+mn-lt"/>
        </a:defRPr>
      </a:lvl3pPr>
      <a:lvl4pPr marL="1076298" indent="-269868" algn="l" rtl="0" eaLnBrk="1" fontAlgn="base" hangingPunct="1">
        <a:lnSpc>
          <a:spcPts val="2600"/>
        </a:lnSpc>
        <a:spcBef>
          <a:spcPts val="0"/>
        </a:spcBef>
        <a:spcAft>
          <a:spcPts val="0"/>
        </a:spcAft>
        <a:buClr>
          <a:schemeClr val="accent6"/>
        </a:buClr>
        <a:buFont typeface="Arial" panose="020B0604020202020204" pitchFamily="34" charset="0"/>
        <a:buChar char="•"/>
        <a:defRPr sz="2100">
          <a:solidFill>
            <a:schemeClr val="tx1"/>
          </a:solidFill>
          <a:latin typeface="+mn-lt"/>
        </a:defRPr>
      </a:lvl4pPr>
      <a:lvl5pPr marL="1344580" indent="-268281" algn="l" rtl="0" eaLnBrk="1" fontAlgn="base" hangingPunct="1">
        <a:lnSpc>
          <a:spcPts val="2600"/>
        </a:lnSpc>
        <a:spcBef>
          <a:spcPts val="0"/>
        </a:spcBef>
        <a:spcAft>
          <a:spcPts val="0"/>
        </a:spcAft>
        <a:buClr>
          <a:schemeClr val="accent6"/>
        </a:buClr>
        <a:buFont typeface="Arial" panose="020B0604020202020204" pitchFamily="34" charset="0"/>
        <a:buChar char="•"/>
        <a:defRPr sz="2100">
          <a:solidFill>
            <a:schemeClr val="tx1"/>
          </a:solidFill>
          <a:latin typeface="+mn-lt"/>
        </a:defRPr>
      </a:lvl5pPr>
      <a:lvl6pPr marL="2514537" indent="-228594" algn="l" rtl="0" eaLnBrk="1" fontAlgn="base" hangingPunct="1">
        <a:spcBef>
          <a:spcPct val="20000"/>
        </a:spcBef>
        <a:spcAft>
          <a:spcPct val="0"/>
        </a:spcAft>
        <a:buClr>
          <a:srgbClr val="DDDDDD"/>
        </a:buClr>
        <a:buChar char="•"/>
        <a:defRPr sz="2100">
          <a:solidFill>
            <a:schemeClr val="tx1"/>
          </a:solidFill>
          <a:latin typeface="+mn-lt"/>
        </a:defRPr>
      </a:lvl6pPr>
      <a:lvl7pPr marL="2971726" indent="-228594" algn="l" rtl="0" eaLnBrk="1" fontAlgn="base" hangingPunct="1">
        <a:spcBef>
          <a:spcPct val="20000"/>
        </a:spcBef>
        <a:spcAft>
          <a:spcPct val="0"/>
        </a:spcAft>
        <a:buClr>
          <a:srgbClr val="DDDDDD"/>
        </a:buClr>
        <a:buChar char="•"/>
        <a:defRPr sz="2100">
          <a:solidFill>
            <a:schemeClr val="tx1"/>
          </a:solidFill>
          <a:latin typeface="+mn-lt"/>
        </a:defRPr>
      </a:lvl7pPr>
      <a:lvl8pPr marL="3428914" indent="-228594" algn="l" rtl="0" eaLnBrk="1" fontAlgn="base" hangingPunct="1">
        <a:spcBef>
          <a:spcPct val="20000"/>
        </a:spcBef>
        <a:spcAft>
          <a:spcPct val="0"/>
        </a:spcAft>
        <a:buClr>
          <a:srgbClr val="DDDDDD"/>
        </a:buClr>
        <a:buChar char="•"/>
        <a:defRPr sz="2100">
          <a:solidFill>
            <a:schemeClr val="tx1"/>
          </a:solidFill>
          <a:latin typeface="+mn-lt"/>
        </a:defRPr>
      </a:lvl8pPr>
      <a:lvl9pPr marL="3886103" indent="-228594" algn="l" rtl="0" eaLnBrk="1" fontAlgn="base" hangingPunct="1">
        <a:spcBef>
          <a:spcPct val="20000"/>
        </a:spcBef>
        <a:spcAft>
          <a:spcPct val="0"/>
        </a:spcAft>
        <a:buClr>
          <a:srgbClr val="DDDDDD"/>
        </a:buClr>
        <a:buChar char="•"/>
        <a:defRPr sz="21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01" userDrawn="1">
          <p15:clr>
            <a:srgbClr val="F26B43"/>
          </p15:clr>
        </p15:guide>
        <p15:guide id="3" orient="horz" pos="3943" userDrawn="1">
          <p15:clr>
            <a:srgbClr val="F26B43"/>
          </p15:clr>
        </p15:guide>
        <p15:guide id="5" pos="7379" userDrawn="1">
          <p15:clr>
            <a:srgbClr val="F26B43"/>
          </p15:clr>
        </p15:guide>
        <p15:guide id="7" orient="horz" pos="4156" userDrawn="1">
          <p15:clr>
            <a:srgbClr val="F26B43"/>
          </p15:clr>
        </p15:guide>
        <p15:guide id="8" orient="horz" pos="232" userDrawn="1">
          <p15:clr>
            <a:srgbClr val="F26B43"/>
          </p15:clr>
        </p15:guide>
        <p15:guide id="9" pos="1088" userDrawn="1">
          <p15:clr>
            <a:srgbClr val="F26B43"/>
          </p15:clr>
        </p15:guide>
        <p15:guide id="10" orient="horz" pos="3771" userDrawn="1">
          <p15:clr>
            <a:srgbClr val="F26B43"/>
          </p15:clr>
        </p15:guide>
        <p15:guide id="11" orient="horz" pos="913" userDrawn="1">
          <p15:clr>
            <a:srgbClr val="F26B43"/>
          </p15:clr>
        </p15:guide>
        <p15:guide id="12" orient="horz" pos="336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B6287722-961D-4D82-2B3D-97EC0D6BB8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31861BEE-3A49-C06A-D77A-6D788B715B79}"/>
              </a:ext>
            </a:extLst>
          </p:cNvPr>
          <p:cNvSpPr txBox="1">
            <a:spLocks/>
          </p:cNvSpPr>
          <p:nvPr/>
        </p:nvSpPr>
        <p:spPr bwMode="auto">
          <a:xfrm>
            <a:off x="1676401" y="5608864"/>
            <a:ext cx="9569691" cy="50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680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69875" algn="l" rtl="0" eaLnBrk="1" fontAlgn="base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</a:defRPr>
            </a:lvl2pPr>
            <a:lvl3pPr marL="806450" indent="-268288" algn="l" rtl="0" eaLnBrk="1" fontAlgn="base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</a:defRPr>
            </a:lvl3pPr>
            <a:lvl4pPr marL="1076325" indent="-269875" algn="l" rtl="0" eaLnBrk="1" fontAlgn="base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</a:defRPr>
            </a:lvl4pPr>
            <a:lvl5pPr marL="1344613" indent="-268288" algn="l" rtl="0" eaLnBrk="1" fontAlgn="base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</a:pPr>
            <a:r>
              <a:rPr lang="fr-CH" sz="2800" kern="0" dirty="1"/>
              <a:t xml:space="preserve">31. Oktober 2026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120B8A5-42C6-B588-2921-5FF0893F012F}"/>
              </a:ext>
            </a:extLst>
          </p:cNvPr>
          <p:cNvSpPr txBox="1">
            <a:spLocks/>
          </p:cNvSpPr>
          <p:nvPr/>
        </p:nvSpPr>
        <p:spPr bwMode="auto">
          <a:xfrm>
            <a:off x="1676401" y="5089337"/>
            <a:ext cx="9569691" cy="50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680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69875" algn="l" rtl="0" eaLnBrk="1" fontAlgn="base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</a:defRPr>
            </a:lvl2pPr>
            <a:lvl3pPr marL="806450" indent="-268288" algn="l" rtl="0" eaLnBrk="1" fontAlgn="base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</a:defRPr>
            </a:lvl3pPr>
            <a:lvl4pPr marL="1076325" indent="-269875" algn="l" rtl="0" eaLnBrk="1" fontAlgn="base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</a:defRPr>
            </a:lvl4pPr>
            <a:lvl5pPr marL="1344613" indent="-268288" algn="l" rtl="0" eaLnBrk="1" fontAlgn="base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</a:pPr>
            <a:r>
              <a:rPr lang="fr-CH" sz="2800" kern="0" dirty="1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42816276"/>
      </p:ext>
    </p:extLst>
  </p:cSld>
  <p:clrMapOvr>
    <a:masterClrMapping/>
  </p:clrMapOvr>
</p:sld>
</file>

<file path=ppt/theme/theme1.xml><?xml version="1.0" encoding="utf-8"?>
<a:theme xmlns:a="http://schemas.openxmlformats.org/drawingml/2006/main" name="Deckblattvarianten mit 16:9-Bild">
  <a:themeElements>
    <a:clrScheme name="CD Bund Farben">
      <a:dk1>
        <a:sysClr val="windowText" lastClr="000000"/>
      </a:dk1>
      <a:lt1>
        <a:sysClr val="window" lastClr="FFFFFF"/>
      </a:lt1>
      <a:dk2>
        <a:srgbClr val="44546A"/>
      </a:dk2>
      <a:lt2>
        <a:srgbClr val="E6E6E6"/>
      </a:lt2>
      <a:accent1>
        <a:srgbClr val="05A8AF"/>
      </a:accent1>
      <a:accent2>
        <a:srgbClr val="294171"/>
      </a:accent2>
      <a:accent3>
        <a:srgbClr val="F1E21A"/>
      </a:accent3>
      <a:accent4>
        <a:srgbClr val="E1AE3A"/>
      </a:accent4>
      <a:accent5>
        <a:srgbClr val="BB006A"/>
      </a:accent5>
      <a:accent6>
        <a:srgbClr val="939393"/>
      </a:accent6>
      <a:hlink>
        <a:srgbClr val="0563C1"/>
      </a:hlink>
      <a:folHlink>
        <a:srgbClr val="0563C1"/>
      </a:folHlink>
    </a:clrScheme>
    <a:fontScheme name="CD Bund Schrifte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DBUND-Master">
  <a:themeElements>
    <a:clrScheme name="CDBUND-Master v3.13">
      <a:dk1>
        <a:sysClr val="windowText" lastClr="000000"/>
      </a:dk1>
      <a:lt1>
        <a:sysClr val="window" lastClr="FFFFFF"/>
      </a:lt1>
      <a:dk2>
        <a:srgbClr val="44546A"/>
      </a:dk2>
      <a:lt2>
        <a:srgbClr val="E6E6E6"/>
      </a:lt2>
      <a:accent1>
        <a:srgbClr val="05A8AF"/>
      </a:accent1>
      <a:accent2>
        <a:srgbClr val="294171"/>
      </a:accent2>
      <a:accent3>
        <a:srgbClr val="F1E21A"/>
      </a:accent3>
      <a:accent4>
        <a:srgbClr val="E1AE3A"/>
      </a:accent4>
      <a:accent5>
        <a:srgbClr val="BB006A"/>
      </a:accent5>
      <a:accent6>
        <a:srgbClr val="939393"/>
      </a:accent6>
      <a:hlink>
        <a:srgbClr val="0563C1"/>
      </a:hlink>
      <a:folHlink>
        <a:srgbClr val="0563C1"/>
      </a:folHlink>
    </a:clrScheme>
    <a:fontScheme name="CDBUND-Master-v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9525"/>
      </a:spPr>
      <a:bodyPr rtlCol="0" anchor="ctr"/>
      <a:lstStyle>
        <a:defPPr algn="ctr">
          <a:defRPr dirty="0" err="1" smtClean="0"/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>
        <a:ln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>
            <a:latin typeface="+mn-lt"/>
          </a:defRPr>
        </a:defPPr>
      </a:lstStyle>
    </a:txDef>
  </a:objectDefaults>
  <a:extraClrSchemeLst>
    <a:extraClrScheme>
      <a:clrScheme name="CDBUND-Master-v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UND-Master-v3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UND-Master-v3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UND-Master-v3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UND-Master-v3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UND-Master-v3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DBUND-Master-v3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DBUND-Master-v3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DBUND-Master-v3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DBUND-Master-v3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DBUND-Master-v3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DBUND-Master-v3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DBUND-Master-v3 13">
        <a:dk1>
          <a:srgbClr val="000000"/>
        </a:dk1>
        <a:lt1>
          <a:srgbClr val="FFFFFF"/>
        </a:lt1>
        <a:dk2>
          <a:srgbClr val="44546A"/>
        </a:dk2>
        <a:lt2>
          <a:srgbClr val="E6E6E6"/>
        </a:lt2>
        <a:accent1>
          <a:srgbClr val="05A8AF"/>
        </a:accent1>
        <a:accent2>
          <a:srgbClr val="294171"/>
        </a:accent2>
        <a:accent3>
          <a:srgbClr val="F1E21A"/>
        </a:accent3>
        <a:accent4>
          <a:srgbClr val="E1AE3A"/>
        </a:accent4>
        <a:accent5>
          <a:srgbClr val="BB006A"/>
        </a:accent5>
        <a:accent6>
          <a:srgbClr val="939393"/>
        </a:accent6>
        <a:hlink>
          <a:srgbClr val="0563C1"/>
        </a:hlink>
        <a:folHlink>
          <a:srgbClr val="0563C1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Unknown Document Type" ma:contentTypeID="0x010104" ma:contentTypeVersion="0" ma:contentTypeDescription="" ma:contentTypeScope="" ma:versionID="05d83ceaa0bbd2e3bc716e6e66bd857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3d69fe45253d5ff147bb69036b756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650C8D1-BB0D-442D-91FB-99F6118B09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04DB35D-F828-4804-B7E1-60B92A21CC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3F814F9-2F65-480C-B96A-1EC75F165DA2}">
  <ds:schemaRefs>
    <ds:schemaRef ds:uri="http://www.w3.org/XML/1998/namespace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Vorlagepraesgsvbsd4zu3</Template>
  <TotalTime>0</TotalTime>
  <Words>21</Words>
  <Application>Microsoft Office PowerPoint</Application>
  <PresentationFormat>Breitbild</PresentationFormat>
  <Paragraphs>3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Times</vt:lpstr>
      <vt:lpstr>Deckblattvarianten mit 16:9-Bild</vt:lpstr>
      <vt:lpstr>CDBUND-Master</vt:lpstr>
      <vt:lpstr>PowerPoint-Präsentation</vt:lpstr>
    </vt:vector>
  </TitlesOfParts>
  <Company>Bundesverwaltung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Document Partner</dc:creator>
  <cp:lastModifiedBy>Document Partner</cp:lastModifiedBy>
  <cp:revision>164</cp:revision>
  <cp:lastPrinted>2018-09-18T13:59:02Z</cp:lastPrinted>
  <dcterms:created xsi:type="dcterms:W3CDTF">2026-10-31T12:51:00Z</dcterms:created>
  <dcterms:modified xsi:type="dcterms:W3CDTF">2026-10-31T12:51:00Z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6" name="Präsentationsdatum">
    <vt:lpwstr>/data:Dokument/data:Erstellungsdatum/data:Langformat</vt:lpwstr>
  </property>
  <property fmtid="{D5CDD505-2E9C-101B-9397-08002B2CF9AE}" pid="10" name="FF Nachname">
    <vt:lpwstr>/data:Dokument/data:Absender/data:Fuss/data:Person/data:Nachname</vt:lpwstr>
  </property>
  <property fmtid="{D5CDD505-2E9C-101B-9397-08002B2CF9AE}" pid="11" name="FF Vorname">
    <vt:lpwstr>/data:Dokument/data:Absender/data:Fuss/data:Person/data:Vorname</vt:lpwstr>
  </property>
</Properties>
</file>